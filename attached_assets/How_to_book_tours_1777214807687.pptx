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Қиёмиддин Миралиён" initials="ҚМ" lastIdx="1" clrIdx="0">
    <p:extLst>
      <p:ext uri="{19B8F6BF-5375-455C-9EA6-DF929625EA0E}">
        <p15:presenceInfo xmlns:p15="http://schemas.microsoft.com/office/powerpoint/2012/main" userId="S-1-5-21-1996684936-636362180-2787962337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7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E0BEE9-19D4-49FF-850D-9E8C3EA60201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2CF28E65-C7BC-4240-81C2-C1ADD60336CD}">
      <dgm:prSet phldrT="[Text]"/>
      <dgm:spPr/>
      <dgm:t>
        <a:bodyPr/>
        <a:lstStyle/>
        <a:p>
          <a:r>
            <a:rPr lang="en-US" dirty="0"/>
            <a:t>Find</a:t>
          </a:r>
          <a:endParaRPr lang="ru-RU" dirty="0"/>
        </a:p>
      </dgm:t>
    </dgm:pt>
    <dgm:pt modelId="{31E49C15-99FA-4F1A-8BE6-F7A54A56F50A}" type="parTrans" cxnId="{FE148F04-7C34-48E1-8395-0A3F4ADE2FFD}">
      <dgm:prSet/>
      <dgm:spPr/>
      <dgm:t>
        <a:bodyPr/>
        <a:lstStyle/>
        <a:p>
          <a:endParaRPr lang="ru-RU"/>
        </a:p>
      </dgm:t>
    </dgm:pt>
    <dgm:pt modelId="{ABDB2917-4B56-4501-B780-CF5B4BA23313}" type="sibTrans" cxnId="{FE148F04-7C34-48E1-8395-0A3F4ADE2FFD}">
      <dgm:prSet/>
      <dgm:spPr/>
      <dgm:t>
        <a:bodyPr/>
        <a:lstStyle/>
        <a:p>
          <a:endParaRPr lang="ru-RU"/>
        </a:p>
      </dgm:t>
    </dgm:pt>
    <dgm:pt modelId="{03B1B88E-045B-4D1B-9835-4806901AC9F3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Use filter</a:t>
          </a:r>
          <a:endParaRPr lang="ru-RU" dirty="0"/>
        </a:p>
      </dgm:t>
    </dgm:pt>
    <dgm:pt modelId="{88D4913E-0484-4CE9-A45C-2DB6E9BAC56B}" type="parTrans" cxnId="{8D7F834E-27E8-43B7-ABB5-D0BB95BC82A1}">
      <dgm:prSet/>
      <dgm:spPr/>
      <dgm:t>
        <a:bodyPr/>
        <a:lstStyle/>
        <a:p>
          <a:endParaRPr lang="ru-RU"/>
        </a:p>
      </dgm:t>
    </dgm:pt>
    <dgm:pt modelId="{98AE1F46-6182-4015-8B7F-1520167E79C8}" type="sibTrans" cxnId="{8D7F834E-27E8-43B7-ABB5-D0BB95BC82A1}">
      <dgm:prSet/>
      <dgm:spPr/>
      <dgm:t>
        <a:bodyPr/>
        <a:lstStyle/>
        <a:p>
          <a:endParaRPr lang="ru-RU"/>
        </a:p>
      </dgm:t>
    </dgm:pt>
    <dgm:pt modelId="{A3674830-7703-44AB-B00C-E35CA7AAABA0}">
      <dgm:prSet phldrT="[Text]"/>
      <dgm:spPr/>
      <dgm:t>
        <a:bodyPr/>
        <a:lstStyle/>
        <a:p>
          <a:r>
            <a:rPr lang="en-US" dirty="0"/>
            <a:t>Book now</a:t>
          </a:r>
          <a:endParaRPr lang="ru-RU" dirty="0"/>
        </a:p>
      </dgm:t>
    </dgm:pt>
    <dgm:pt modelId="{AE499EB9-6EDB-45B9-B9BD-B1FDAAD91892}" type="parTrans" cxnId="{FF5F08DC-11AD-4E90-842C-C64F2357B327}">
      <dgm:prSet/>
      <dgm:spPr/>
      <dgm:t>
        <a:bodyPr/>
        <a:lstStyle/>
        <a:p>
          <a:endParaRPr lang="ru-RU"/>
        </a:p>
      </dgm:t>
    </dgm:pt>
    <dgm:pt modelId="{48D8D5BA-F75C-4D0E-ABF3-4CBC577323B3}" type="sibTrans" cxnId="{FF5F08DC-11AD-4E90-842C-C64F2357B327}">
      <dgm:prSet/>
      <dgm:spPr/>
      <dgm:t>
        <a:bodyPr/>
        <a:lstStyle/>
        <a:p>
          <a:endParaRPr lang="ru-RU"/>
        </a:p>
      </dgm:t>
    </dgm:pt>
    <dgm:pt modelId="{EC87FB45-F42D-42DB-8153-1C4C1E1C2D66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Select date and time</a:t>
          </a:r>
          <a:endParaRPr lang="ru-RU" dirty="0"/>
        </a:p>
      </dgm:t>
    </dgm:pt>
    <dgm:pt modelId="{CD6DA9B6-0BB3-4FF1-A680-94173F6DA089}" type="parTrans" cxnId="{BF7EE47F-EED0-4502-BD56-D996D3A1BC6A}">
      <dgm:prSet/>
      <dgm:spPr/>
      <dgm:t>
        <a:bodyPr/>
        <a:lstStyle/>
        <a:p>
          <a:endParaRPr lang="ru-RU"/>
        </a:p>
      </dgm:t>
    </dgm:pt>
    <dgm:pt modelId="{CA3CBA38-6602-4D72-ADAB-0F786566D2D7}" type="sibTrans" cxnId="{BF7EE47F-EED0-4502-BD56-D996D3A1BC6A}">
      <dgm:prSet/>
      <dgm:spPr/>
      <dgm:t>
        <a:bodyPr/>
        <a:lstStyle/>
        <a:p>
          <a:endParaRPr lang="ru-RU"/>
        </a:p>
      </dgm:t>
    </dgm:pt>
    <dgm:pt modelId="{96C3D9A8-371E-46FB-A39D-20C8124B99E8}">
      <dgm:prSet phldrT="[Text]"/>
      <dgm:spPr/>
      <dgm:t>
        <a:bodyPr/>
        <a:lstStyle/>
        <a:p>
          <a:r>
            <a:rPr lang="en-US" dirty="0"/>
            <a:t>Get</a:t>
          </a:r>
          <a:endParaRPr lang="ru-RU" dirty="0"/>
        </a:p>
      </dgm:t>
    </dgm:pt>
    <dgm:pt modelId="{A1567AB2-7ACA-4EA9-AAB3-86BBC8E2065F}" type="parTrans" cxnId="{94C074B1-BB2B-48B2-A8F6-354744A512B2}">
      <dgm:prSet/>
      <dgm:spPr/>
      <dgm:t>
        <a:bodyPr/>
        <a:lstStyle/>
        <a:p>
          <a:endParaRPr lang="ru-RU"/>
        </a:p>
      </dgm:t>
    </dgm:pt>
    <dgm:pt modelId="{36A6773C-1F98-4830-A115-377FFE51C52D}" type="sibTrans" cxnId="{94C074B1-BB2B-48B2-A8F6-354744A512B2}">
      <dgm:prSet/>
      <dgm:spPr/>
      <dgm:t>
        <a:bodyPr/>
        <a:lstStyle/>
        <a:p>
          <a:endParaRPr lang="ru-RU"/>
        </a:p>
      </dgm:t>
    </dgm:pt>
    <dgm:pt modelId="{5237E6FD-CDA6-44FA-B065-88E1CF3629DD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Get a Voucher</a:t>
          </a:r>
          <a:endParaRPr lang="ru-RU" dirty="0"/>
        </a:p>
      </dgm:t>
    </dgm:pt>
    <dgm:pt modelId="{C8EB9183-C5A4-4C95-A387-AA0FB39A313B}" type="parTrans" cxnId="{025DAD2F-0901-432E-86C7-13CDA4D8DF87}">
      <dgm:prSet/>
      <dgm:spPr/>
      <dgm:t>
        <a:bodyPr/>
        <a:lstStyle/>
        <a:p>
          <a:endParaRPr lang="ru-RU"/>
        </a:p>
      </dgm:t>
    </dgm:pt>
    <dgm:pt modelId="{BAD3837F-79FF-4BF9-B696-AAE65EE05B9C}" type="sibTrans" cxnId="{025DAD2F-0901-432E-86C7-13CDA4D8DF87}">
      <dgm:prSet/>
      <dgm:spPr/>
      <dgm:t>
        <a:bodyPr/>
        <a:lstStyle/>
        <a:p>
          <a:endParaRPr lang="ru-RU"/>
        </a:p>
      </dgm:t>
    </dgm:pt>
    <dgm:pt modelId="{FCF84A99-202C-4BE3-9A39-DA377B165F77}">
      <dgm:prSet/>
      <dgm:spPr/>
      <dgm:t>
        <a:bodyPr/>
        <a:lstStyle/>
        <a:p>
          <a:r>
            <a:rPr lang="en-US" dirty="0"/>
            <a:t>Enjoy</a:t>
          </a:r>
          <a:endParaRPr lang="ru-RU" dirty="0"/>
        </a:p>
      </dgm:t>
    </dgm:pt>
    <dgm:pt modelId="{0924457C-6FC8-47A5-AC52-EE87757F21BA}" type="parTrans" cxnId="{8FC47081-4AED-439D-8F06-62F93E0092CC}">
      <dgm:prSet/>
      <dgm:spPr/>
      <dgm:t>
        <a:bodyPr/>
        <a:lstStyle/>
        <a:p>
          <a:endParaRPr lang="ru-RU"/>
        </a:p>
      </dgm:t>
    </dgm:pt>
    <dgm:pt modelId="{03156FE4-B33C-4CF0-92AE-1B75E4573FF6}" type="sibTrans" cxnId="{8FC47081-4AED-439D-8F06-62F93E0092CC}">
      <dgm:prSet/>
      <dgm:spPr/>
      <dgm:t>
        <a:bodyPr/>
        <a:lstStyle/>
        <a:p>
          <a:endParaRPr lang="ru-RU"/>
        </a:p>
      </dgm:t>
    </dgm:pt>
    <dgm:pt modelId="{1D1B85D6-2AA6-47E7-B8CE-B6E768B84D8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Enjoy the journey</a:t>
          </a:r>
          <a:endParaRPr lang="ru-RU" dirty="0"/>
        </a:p>
      </dgm:t>
    </dgm:pt>
    <dgm:pt modelId="{2981C00A-E664-43BA-80EE-5D1F39EBCFA3}" type="parTrans" cxnId="{8746D424-867C-416F-895E-2F5FEF2208A1}">
      <dgm:prSet/>
      <dgm:spPr/>
      <dgm:t>
        <a:bodyPr/>
        <a:lstStyle/>
        <a:p>
          <a:endParaRPr lang="ru-RU"/>
        </a:p>
      </dgm:t>
    </dgm:pt>
    <dgm:pt modelId="{2ECE8D40-D1AD-4EE7-8634-9A798FE7B58E}" type="sibTrans" cxnId="{8746D424-867C-416F-895E-2F5FEF2208A1}">
      <dgm:prSet/>
      <dgm:spPr/>
      <dgm:t>
        <a:bodyPr/>
        <a:lstStyle/>
        <a:p>
          <a:endParaRPr lang="ru-RU"/>
        </a:p>
      </dgm:t>
    </dgm:pt>
    <dgm:pt modelId="{F908D701-0959-447C-A48A-23570A34EB20}">
      <dgm:prSet phldrT="[Text]"/>
      <dgm:spPr/>
      <dgm:t>
        <a:bodyPr/>
        <a:lstStyle/>
        <a:p>
          <a:r>
            <a:rPr lang="en-US" dirty="0"/>
            <a:t>Pay</a:t>
          </a:r>
          <a:r>
            <a:rPr lang="ru-RU" dirty="0"/>
            <a:t> </a:t>
          </a:r>
        </a:p>
      </dgm:t>
    </dgm:pt>
    <dgm:pt modelId="{3C4BD0DF-A36B-4A94-B741-0B7F40C04A8F}" type="parTrans" cxnId="{F1B17B00-900F-4B86-98B9-E589D0783477}">
      <dgm:prSet/>
      <dgm:spPr/>
      <dgm:t>
        <a:bodyPr/>
        <a:lstStyle/>
        <a:p>
          <a:endParaRPr lang="ru-RU"/>
        </a:p>
      </dgm:t>
    </dgm:pt>
    <dgm:pt modelId="{25A6163D-6FAC-43D7-9D2C-F92FB003CEEB}" type="sibTrans" cxnId="{F1B17B00-900F-4B86-98B9-E589D0783477}">
      <dgm:prSet/>
      <dgm:spPr/>
      <dgm:t>
        <a:bodyPr/>
        <a:lstStyle/>
        <a:p>
          <a:endParaRPr lang="ru-RU"/>
        </a:p>
      </dgm:t>
    </dgm:pt>
    <dgm:pt modelId="{0B18C878-3B6C-4D7F-BEF7-76DBE2C270C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Fill out the form</a:t>
          </a:r>
          <a:endParaRPr lang="ru-RU" dirty="0"/>
        </a:p>
      </dgm:t>
    </dgm:pt>
    <dgm:pt modelId="{2D4279E1-AE0A-4D70-A253-B206767DD10F}" type="parTrans" cxnId="{8FD0ACD4-F22D-45A9-9439-D63C65E3C854}">
      <dgm:prSet/>
      <dgm:spPr/>
      <dgm:t>
        <a:bodyPr/>
        <a:lstStyle/>
        <a:p>
          <a:endParaRPr lang="ru-RU"/>
        </a:p>
      </dgm:t>
    </dgm:pt>
    <dgm:pt modelId="{35E8236F-1CD5-4CA4-93BC-9A250DD314EB}" type="sibTrans" cxnId="{8FD0ACD4-F22D-45A9-9439-D63C65E3C854}">
      <dgm:prSet/>
      <dgm:spPr/>
      <dgm:t>
        <a:bodyPr/>
        <a:lstStyle/>
        <a:p>
          <a:endParaRPr lang="ru-RU"/>
        </a:p>
      </dgm:t>
    </dgm:pt>
    <dgm:pt modelId="{962AA6BD-451F-4C2E-A826-15DA5593CB8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Select dates</a:t>
          </a:r>
          <a:endParaRPr lang="ru-RU" dirty="0"/>
        </a:p>
      </dgm:t>
    </dgm:pt>
    <dgm:pt modelId="{DB8703CF-1A4E-4D20-B2BC-4EF45F1CC256}" type="parTrans" cxnId="{677B2FBE-6F13-4A59-97C7-ACFFA407C494}">
      <dgm:prSet/>
      <dgm:spPr/>
      <dgm:t>
        <a:bodyPr/>
        <a:lstStyle/>
        <a:p>
          <a:endParaRPr lang="ru-RU"/>
        </a:p>
      </dgm:t>
    </dgm:pt>
    <dgm:pt modelId="{A60D2DAC-2370-4269-98F2-97E3096978DA}" type="sibTrans" cxnId="{677B2FBE-6F13-4A59-97C7-ACFFA407C494}">
      <dgm:prSet/>
      <dgm:spPr/>
      <dgm:t>
        <a:bodyPr/>
        <a:lstStyle/>
        <a:p>
          <a:endParaRPr lang="ru-RU"/>
        </a:p>
      </dgm:t>
    </dgm:pt>
    <dgm:pt modelId="{F2870F7E-F23E-491B-816C-496A7362378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Number of tourists</a:t>
          </a:r>
          <a:endParaRPr lang="ru-RU" dirty="0"/>
        </a:p>
      </dgm:t>
    </dgm:pt>
    <dgm:pt modelId="{88A303F0-370F-4BD6-A1CF-E6C429DF1E32}" type="parTrans" cxnId="{8276790C-759B-44E3-8013-44B8023915C5}">
      <dgm:prSet/>
      <dgm:spPr/>
      <dgm:t>
        <a:bodyPr/>
        <a:lstStyle/>
        <a:p>
          <a:endParaRPr lang="ru-RU"/>
        </a:p>
      </dgm:t>
    </dgm:pt>
    <dgm:pt modelId="{3B5556BC-61D5-40F9-A27B-AAE061856902}" type="sibTrans" cxnId="{8276790C-759B-44E3-8013-44B8023915C5}">
      <dgm:prSet/>
      <dgm:spPr/>
      <dgm:t>
        <a:bodyPr/>
        <a:lstStyle/>
        <a:p>
          <a:endParaRPr lang="ru-RU"/>
        </a:p>
      </dgm:t>
    </dgm:pt>
    <dgm:pt modelId="{7BF8FDF4-EEDB-4A3E-93FA-5E222F23E5D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Pay</a:t>
          </a:r>
          <a:endParaRPr lang="ru-RU" dirty="0"/>
        </a:p>
      </dgm:t>
    </dgm:pt>
    <dgm:pt modelId="{8307B1ED-2AE8-4CBF-A119-7F32921C000C}" type="parTrans" cxnId="{3B132A98-A6F7-4D3E-BD12-C56D74D17619}">
      <dgm:prSet/>
      <dgm:spPr/>
      <dgm:t>
        <a:bodyPr/>
        <a:lstStyle/>
        <a:p>
          <a:endParaRPr lang="ru-RU"/>
        </a:p>
      </dgm:t>
    </dgm:pt>
    <dgm:pt modelId="{A2DD2F51-02EF-45FC-A7E3-DE2D57C174F1}" type="sibTrans" cxnId="{3B132A98-A6F7-4D3E-BD12-C56D74D17619}">
      <dgm:prSet/>
      <dgm:spPr/>
      <dgm:t>
        <a:bodyPr/>
        <a:lstStyle/>
        <a:p>
          <a:endParaRPr lang="ru-RU"/>
        </a:p>
      </dgm:t>
    </dgm:pt>
    <dgm:pt modelId="{0D3972AE-8A57-45B0-BDEB-6D6FFBD56D29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Getting Ready for a Trip</a:t>
          </a:r>
          <a:endParaRPr lang="ru-RU" dirty="0"/>
        </a:p>
      </dgm:t>
    </dgm:pt>
    <dgm:pt modelId="{DBF8BBD9-A3F2-4A50-BAB8-B18B16FFE6DC}" type="parTrans" cxnId="{8AA95DF5-116A-4A05-B797-F36BEBAD57DF}">
      <dgm:prSet/>
      <dgm:spPr/>
      <dgm:t>
        <a:bodyPr/>
        <a:lstStyle/>
        <a:p>
          <a:endParaRPr lang="ru-RU"/>
        </a:p>
      </dgm:t>
    </dgm:pt>
    <dgm:pt modelId="{767FCA68-1742-4F50-B180-C56FC74CA486}" type="sibTrans" cxnId="{8AA95DF5-116A-4A05-B797-F36BEBAD57DF}">
      <dgm:prSet/>
      <dgm:spPr/>
      <dgm:t>
        <a:bodyPr/>
        <a:lstStyle/>
        <a:p>
          <a:endParaRPr lang="ru-RU"/>
        </a:p>
      </dgm:t>
    </dgm:pt>
    <dgm:pt modelId="{456DDF0E-4BF7-423C-A06E-B421CAC2B91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Share</a:t>
          </a:r>
          <a:endParaRPr lang="ru-RU" dirty="0"/>
        </a:p>
      </dgm:t>
    </dgm:pt>
    <dgm:pt modelId="{4B33F431-F011-4875-BED0-514D873AFA3F}" type="parTrans" cxnId="{3E12251A-5E28-40D3-99EE-6B5C3942FC8C}">
      <dgm:prSet/>
      <dgm:spPr/>
      <dgm:t>
        <a:bodyPr/>
        <a:lstStyle/>
        <a:p>
          <a:endParaRPr lang="ru-RU"/>
        </a:p>
      </dgm:t>
    </dgm:pt>
    <dgm:pt modelId="{19D5D5B5-97C2-474E-988F-C1444080534A}" type="sibTrans" cxnId="{3E12251A-5E28-40D3-99EE-6B5C3942FC8C}">
      <dgm:prSet/>
      <dgm:spPr/>
      <dgm:t>
        <a:bodyPr/>
        <a:lstStyle/>
        <a:p>
          <a:endParaRPr lang="ru-RU"/>
        </a:p>
      </dgm:t>
    </dgm:pt>
    <dgm:pt modelId="{2D44B0F0-AC85-47CA-9B48-695AA27AEFEF}" type="pres">
      <dgm:prSet presAssocID="{B5E0BEE9-19D4-49FF-850D-9E8C3EA60201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220D1D54-0AAA-4058-BAAF-45D51500754C}" type="pres">
      <dgm:prSet presAssocID="{FCF84A99-202C-4BE3-9A39-DA377B165F77}" presName="Accent5" presStyleCnt="0"/>
      <dgm:spPr/>
    </dgm:pt>
    <dgm:pt modelId="{1253DB4A-DA9D-4C4E-90BB-DC0A660C649B}" type="pres">
      <dgm:prSet presAssocID="{FCF84A99-202C-4BE3-9A39-DA377B165F77}" presName="Accent" presStyleLbl="node1" presStyleIdx="0" presStyleCnt="5"/>
      <dgm:spPr/>
    </dgm:pt>
    <dgm:pt modelId="{C526A40B-271E-4909-AAAE-298E4CFEB140}" type="pres">
      <dgm:prSet presAssocID="{FCF84A99-202C-4BE3-9A39-DA377B165F77}" presName="ParentBackground5" presStyleCnt="0"/>
      <dgm:spPr/>
    </dgm:pt>
    <dgm:pt modelId="{E2B96141-55AD-49E3-BA95-76420FD1E732}" type="pres">
      <dgm:prSet presAssocID="{FCF84A99-202C-4BE3-9A39-DA377B165F77}" presName="ParentBackground" presStyleLbl="fgAcc1" presStyleIdx="0" presStyleCnt="5"/>
      <dgm:spPr/>
    </dgm:pt>
    <dgm:pt modelId="{E08E9AF0-2477-4FA9-B4C2-94220DC91792}" type="pres">
      <dgm:prSet presAssocID="{FCF84A99-202C-4BE3-9A39-DA377B165F77}" presName="Child5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08DECEA-14DE-47AD-9238-C6D47408C93C}" type="pres">
      <dgm:prSet presAssocID="{FCF84A99-202C-4BE3-9A39-DA377B165F77}" presName="Parent5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5F18EB4B-3F76-4598-9595-C3B5639F1F1D}" type="pres">
      <dgm:prSet presAssocID="{96C3D9A8-371E-46FB-A39D-20C8124B99E8}" presName="Accent4" presStyleCnt="0"/>
      <dgm:spPr/>
    </dgm:pt>
    <dgm:pt modelId="{CEAC29B9-BB0D-4287-BB30-97597A7C9FF3}" type="pres">
      <dgm:prSet presAssocID="{96C3D9A8-371E-46FB-A39D-20C8124B99E8}" presName="Accent" presStyleLbl="node1" presStyleIdx="1" presStyleCnt="5"/>
      <dgm:spPr/>
    </dgm:pt>
    <dgm:pt modelId="{CC973CF1-553B-45AC-8AC3-26D2ABCC1A7E}" type="pres">
      <dgm:prSet presAssocID="{96C3D9A8-371E-46FB-A39D-20C8124B99E8}" presName="ParentBackground4" presStyleCnt="0"/>
      <dgm:spPr/>
    </dgm:pt>
    <dgm:pt modelId="{F001EFBD-8022-45C6-8AFB-503A49FE4033}" type="pres">
      <dgm:prSet presAssocID="{96C3D9A8-371E-46FB-A39D-20C8124B99E8}" presName="ParentBackground" presStyleLbl="fgAcc1" presStyleIdx="1" presStyleCnt="5"/>
      <dgm:spPr/>
    </dgm:pt>
    <dgm:pt modelId="{9D6BA177-14EE-4ACB-BF6B-619D8FB84518}" type="pres">
      <dgm:prSet presAssocID="{96C3D9A8-371E-46FB-A39D-20C8124B99E8}" presName="Child4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1C9B0420-546D-4059-AC28-D12E6790DD5D}" type="pres">
      <dgm:prSet presAssocID="{96C3D9A8-371E-46FB-A39D-20C8124B99E8}" presName="Parent4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DC8C1E4F-83C6-4CB4-90B2-16048D8A0A7D}" type="pres">
      <dgm:prSet presAssocID="{F908D701-0959-447C-A48A-23570A34EB20}" presName="Accent3" presStyleCnt="0"/>
      <dgm:spPr/>
    </dgm:pt>
    <dgm:pt modelId="{AEDD0370-768D-4D69-8BBC-28D2D92D68AD}" type="pres">
      <dgm:prSet presAssocID="{F908D701-0959-447C-A48A-23570A34EB20}" presName="Accent" presStyleLbl="node1" presStyleIdx="2" presStyleCnt="5"/>
      <dgm:spPr/>
    </dgm:pt>
    <dgm:pt modelId="{4895F8B2-CCA5-47BE-9BF3-FFE08A51D036}" type="pres">
      <dgm:prSet presAssocID="{F908D701-0959-447C-A48A-23570A34EB20}" presName="ParentBackground3" presStyleCnt="0"/>
      <dgm:spPr/>
    </dgm:pt>
    <dgm:pt modelId="{4A5F533B-F822-47DD-8E10-0985A51D0DFE}" type="pres">
      <dgm:prSet presAssocID="{F908D701-0959-447C-A48A-23570A34EB20}" presName="ParentBackground" presStyleLbl="fgAcc1" presStyleIdx="2" presStyleCnt="5"/>
      <dgm:spPr/>
    </dgm:pt>
    <dgm:pt modelId="{B6AA79FF-F809-419A-AA8A-5B40BF6207E5}" type="pres">
      <dgm:prSet presAssocID="{F908D701-0959-447C-A48A-23570A34EB20}" presName="Child3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CCAD776B-FA19-448A-8BD2-DE3A3C43882C}" type="pres">
      <dgm:prSet presAssocID="{F908D701-0959-447C-A48A-23570A34EB20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4B1FB5D3-03E2-4738-BA84-336195D6247E}" type="pres">
      <dgm:prSet presAssocID="{A3674830-7703-44AB-B00C-E35CA7AAABA0}" presName="Accent2" presStyleCnt="0"/>
      <dgm:spPr/>
    </dgm:pt>
    <dgm:pt modelId="{F4A96019-D208-464F-874B-A4677AD317CB}" type="pres">
      <dgm:prSet presAssocID="{A3674830-7703-44AB-B00C-E35CA7AAABA0}" presName="Accent" presStyleLbl="node1" presStyleIdx="3" presStyleCnt="5"/>
      <dgm:spPr/>
    </dgm:pt>
    <dgm:pt modelId="{9BD3745E-754E-4CAD-89D0-B7BBAE9B059A}" type="pres">
      <dgm:prSet presAssocID="{A3674830-7703-44AB-B00C-E35CA7AAABA0}" presName="ParentBackground2" presStyleCnt="0"/>
      <dgm:spPr/>
    </dgm:pt>
    <dgm:pt modelId="{80AD5DDE-1158-4CA8-95C2-C7A1AE061145}" type="pres">
      <dgm:prSet presAssocID="{A3674830-7703-44AB-B00C-E35CA7AAABA0}" presName="ParentBackground" presStyleLbl="fgAcc1" presStyleIdx="3" presStyleCnt="5"/>
      <dgm:spPr/>
    </dgm:pt>
    <dgm:pt modelId="{7498F9F4-E84A-42CA-ABC6-28D19B4AE97B}" type="pres">
      <dgm:prSet presAssocID="{A3674830-7703-44AB-B00C-E35CA7AAABA0}" presName="Child2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FF661FA1-C766-4B65-AE40-611552B1AA89}" type="pres">
      <dgm:prSet presAssocID="{A3674830-7703-44AB-B00C-E35CA7AAABA0}" presName="Parent2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A564813F-17A5-4DEE-B1FF-C53A5601B1DC}" type="pres">
      <dgm:prSet presAssocID="{2CF28E65-C7BC-4240-81C2-C1ADD60336CD}" presName="Accent1" presStyleCnt="0"/>
      <dgm:spPr/>
    </dgm:pt>
    <dgm:pt modelId="{01D1D267-D902-4B77-BC07-F5F445B0E0C9}" type="pres">
      <dgm:prSet presAssocID="{2CF28E65-C7BC-4240-81C2-C1ADD60336CD}" presName="Accent" presStyleLbl="node1" presStyleIdx="4" presStyleCnt="5"/>
      <dgm:spPr/>
    </dgm:pt>
    <dgm:pt modelId="{B4E5E75E-F438-4B19-A21B-E3D156A097A6}" type="pres">
      <dgm:prSet presAssocID="{2CF28E65-C7BC-4240-81C2-C1ADD60336CD}" presName="ParentBackground1" presStyleCnt="0"/>
      <dgm:spPr/>
    </dgm:pt>
    <dgm:pt modelId="{45BABF3F-D6BE-41A8-B663-B65F6565DF4B}" type="pres">
      <dgm:prSet presAssocID="{2CF28E65-C7BC-4240-81C2-C1ADD60336CD}" presName="ParentBackground" presStyleLbl="fgAcc1" presStyleIdx="4" presStyleCnt="5"/>
      <dgm:spPr/>
    </dgm:pt>
    <dgm:pt modelId="{92B7F28B-F4EF-47AF-BDA1-3428387C5731}" type="pres">
      <dgm:prSet presAssocID="{2CF28E65-C7BC-4240-81C2-C1ADD60336CD}" presName="Child1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EFDC1927-719E-418D-9367-9C0194768253}" type="pres">
      <dgm:prSet presAssocID="{2CF28E65-C7BC-4240-81C2-C1ADD60336CD}" presName="Parent1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F1B17B00-900F-4B86-98B9-E589D0783477}" srcId="{B5E0BEE9-19D4-49FF-850D-9E8C3EA60201}" destId="{F908D701-0959-447C-A48A-23570A34EB20}" srcOrd="2" destOrd="0" parTransId="{3C4BD0DF-A36B-4A94-B741-0B7F40C04A8F}" sibTransId="{25A6163D-6FAC-43D7-9D2C-F92FB003CEEB}"/>
    <dgm:cxn modelId="{82448300-6E8F-49B4-BA51-05CB4EC203FB}" type="presOf" srcId="{96C3D9A8-371E-46FB-A39D-20C8124B99E8}" destId="{1C9B0420-546D-4059-AC28-D12E6790DD5D}" srcOrd="1" destOrd="0" presId="urn:microsoft.com/office/officeart/2011/layout/CircleProcess"/>
    <dgm:cxn modelId="{AFC5DC01-7C4C-46CE-8D5A-D60722CF4C69}" type="presOf" srcId="{EC87FB45-F42D-42DB-8153-1C4C1E1C2D66}" destId="{7498F9F4-E84A-42CA-ABC6-28D19B4AE97B}" srcOrd="0" destOrd="0" presId="urn:microsoft.com/office/officeart/2011/layout/CircleProcess"/>
    <dgm:cxn modelId="{FE148F04-7C34-48E1-8395-0A3F4ADE2FFD}" srcId="{B5E0BEE9-19D4-49FF-850D-9E8C3EA60201}" destId="{2CF28E65-C7BC-4240-81C2-C1ADD60336CD}" srcOrd="0" destOrd="0" parTransId="{31E49C15-99FA-4F1A-8BE6-F7A54A56F50A}" sibTransId="{ABDB2917-4B56-4501-B780-CF5B4BA23313}"/>
    <dgm:cxn modelId="{942CAD04-6CCA-4A80-8C17-EBC5F41605BF}" type="presOf" srcId="{A3674830-7703-44AB-B00C-E35CA7AAABA0}" destId="{FF661FA1-C766-4B65-AE40-611552B1AA89}" srcOrd="1" destOrd="0" presId="urn:microsoft.com/office/officeart/2011/layout/CircleProcess"/>
    <dgm:cxn modelId="{8276790C-759B-44E3-8013-44B8023915C5}" srcId="{A3674830-7703-44AB-B00C-E35CA7AAABA0}" destId="{F2870F7E-F23E-491B-816C-496A73623780}" srcOrd="1" destOrd="0" parTransId="{88A303F0-370F-4BD6-A1CF-E6C429DF1E32}" sibTransId="{3B5556BC-61D5-40F9-A27B-AAE061856902}"/>
    <dgm:cxn modelId="{7C371010-B1BD-4652-B7C5-C1FB920412CF}" type="presOf" srcId="{1D1B85D6-2AA6-47E7-B8CE-B6E768B84D80}" destId="{E08E9AF0-2477-4FA9-B4C2-94220DC91792}" srcOrd="0" destOrd="0" presId="urn:microsoft.com/office/officeart/2011/layout/CircleProcess"/>
    <dgm:cxn modelId="{14B2C816-D7D6-46F7-89D4-96D20CFB1363}" type="presOf" srcId="{FCF84A99-202C-4BE3-9A39-DA377B165F77}" destId="{E2B96141-55AD-49E3-BA95-76420FD1E732}" srcOrd="0" destOrd="0" presId="urn:microsoft.com/office/officeart/2011/layout/CircleProcess"/>
    <dgm:cxn modelId="{3E12251A-5E28-40D3-99EE-6B5C3942FC8C}" srcId="{FCF84A99-202C-4BE3-9A39-DA377B165F77}" destId="{456DDF0E-4BF7-423C-A06E-B421CAC2B917}" srcOrd="1" destOrd="0" parTransId="{4B33F431-F011-4875-BED0-514D873AFA3F}" sibTransId="{19D5D5B5-97C2-474E-988F-C1444080534A}"/>
    <dgm:cxn modelId="{4685E01B-59B2-48D8-8946-DD0F21408D27}" type="presOf" srcId="{F2870F7E-F23E-491B-816C-496A73623780}" destId="{7498F9F4-E84A-42CA-ABC6-28D19B4AE97B}" srcOrd="0" destOrd="1" presId="urn:microsoft.com/office/officeart/2011/layout/CircleProcess"/>
    <dgm:cxn modelId="{8746D424-867C-416F-895E-2F5FEF2208A1}" srcId="{FCF84A99-202C-4BE3-9A39-DA377B165F77}" destId="{1D1B85D6-2AA6-47E7-B8CE-B6E768B84D80}" srcOrd="0" destOrd="0" parTransId="{2981C00A-E664-43BA-80EE-5D1F39EBCFA3}" sibTransId="{2ECE8D40-D1AD-4EE7-8634-9A798FE7B58E}"/>
    <dgm:cxn modelId="{8B4B5426-5B8A-4DF0-BB7C-18040F4350F0}" type="presOf" srcId="{5237E6FD-CDA6-44FA-B065-88E1CF3629DD}" destId="{9D6BA177-14EE-4ACB-BF6B-619D8FB84518}" srcOrd="0" destOrd="0" presId="urn:microsoft.com/office/officeart/2011/layout/CircleProcess"/>
    <dgm:cxn modelId="{025DAD2F-0901-432E-86C7-13CDA4D8DF87}" srcId="{96C3D9A8-371E-46FB-A39D-20C8124B99E8}" destId="{5237E6FD-CDA6-44FA-B065-88E1CF3629DD}" srcOrd="0" destOrd="0" parTransId="{C8EB9183-C5A4-4C95-A387-AA0FB39A313B}" sibTransId="{BAD3837F-79FF-4BF9-B696-AAE65EE05B9C}"/>
    <dgm:cxn modelId="{B918BE3E-A19A-43FD-8C6A-D2D0FD44BCDE}" type="presOf" srcId="{F908D701-0959-447C-A48A-23570A34EB20}" destId="{4A5F533B-F822-47DD-8E10-0985A51D0DFE}" srcOrd="0" destOrd="0" presId="urn:microsoft.com/office/officeart/2011/layout/CircleProcess"/>
    <dgm:cxn modelId="{5743F240-E312-463E-9E2B-71F55422BD48}" type="presOf" srcId="{B5E0BEE9-19D4-49FF-850D-9E8C3EA60201}" destId="{2D44B0F0-AC85-47CA-9B48-695AA27AEFEF}" srcOrd="0" destOrd="0" presId="urn:microsoft.com/office/officeart/2011/layout/CircleProcess"/>
    <dgm:cxn modelId="{EF023649-F20C-41A6-9F5F-3EB4C30B9B07}" type="presOf" srcId="{456DDF0E-4BF7-423C-A06E-B421CAC2B917}" destId="{E08E9AF0-2477-4FA9-B4C2-94220DC91792}" srcOrd="0" destOrd="1" presId="urn:microsoft.com/office/officeart/2011/layout/CircleProcess"/>
    <dgm:cxn modelId="{8D7F834E-27E8-43B7-ABB5-D0BB95BC82A1}" srcId="{2CF28E65-C7BC-4240-81C2-C1ADD60336CD}" destId="{03B1B88E-045B-4D1B-9835-4806901AC9F3}" srcOrd="0" destOrd="0" parTransId="{88D4913E-0484-4CE9-A45C-2DB6E9BAC56B}" sibTransId="{98AE1F46-6182-4015-8B7F-1520167E79C8}"/>
    <dgm:cxn modelId="{581F4375-C1A7-4C35-ACC1-24B136CFED1A}" type="presOf" srcId="{2CF28E65-C7BC-4240-81C2-C1ADD60336CD}" destId="{45BABF3F-D6BE-41A8-B663-B65F6565DF4B}" srcOrd="0" destOrd="0" presId="urn:microsoft.com/office/officeart/2011/layout/CircleProcess"/>
    <dgm:cxn modelId="{BF7EE47F-EED0-4502-BD56-D996D3A1BC6A}" srcId="{A3674830-7703-44AB-B00C-E35CA7AAABA0}" destId="{EC87FB45-F42D-42DB-8153-1C4C1E1C2D66}" srcOrd="0" destOrd="0" parTransId="{CD6DA9B6-0BB3-4FF1-A680-94173F6DA089}" sibTransId="{CA3CBA38-6602-4D72-ADAB-0F786566D2D7}"/>
    <dgm:cxn modelId="{8FC47081-4AED-439D-8F06-62F93E0092CC}" srcId="{B5E0BEE9-19D4-49FF-850D-9E8C3EA60201}" destId="{FCF84A99-202C-4BE3-9A39-DA377B165F77}" srcOrd="4" destOrd="0" parTransId="{0924457C-6FC8-47A5-AC52-EE87757F21BA}" sibTransId="{03156FE4-B33C-4CF0-92AE-1B75E4573FF6}"/>
    <dgm:cxn modelId="{4EC5058F-3E7A-4EC1-ABC9-72DC7C43B366}" type="presOf" srcId="{2CF28E65-C7BC-4240-81C2-C1ADD60336CD}" destId="{EFDC1927-719E-418D-9367-9C0194768253}" srcOrd="1" destOrd="0" presId="urn:microsoft.com/office/officeart/2011/layout/CircleProcess"/>
    <dgm:cxn modelId="{3B132A98-A6F7-4D3E-BD12-C56D74D17619}" srcId="{F908D701-0959-447C-A48A-23570A34EB20}" destId="{7BF8FDF4-EEDB-4A3E-93FA-5E222F23E5D4}" srcOrd="1" destOrd="0" parTransId="{8307B1ED-2AE8-4CBF-A119-7F32921C000C}" sibTransId="{A2DD2F51-02EF-45FC-A7E3-DE2D57C174F1}"/>
    <dgm:cxn modelId="{CCF76CA7-6BDE-4413-B93C-F1B2B2111FE7}" type="presOf" srcId="{0D3972AE-8A57-45B0-BDEB-6D6FFBD56D29}" destId="{9D6BA177-14EE-4ACB-BF6B-619D8FB84518}" srcOrd="0" destOrd="1" presId="urn:microsoft.com/office/officeart/2011/layout/CircleProcess"/>
    <dgm:cxn modelId="{94C074B1-BB2B-48B2-A8F6-354744A512B2}" srcId="{B5E0BEE9-19D4-49FF-850D-9E8C3EA60201}" destId="{96C3D9A8-371E-46FB-A39D-20C8124B99E8}" srcOrd="3" destOrd="0" parTransId="{A1567AB2-7ACA-4EA9-AAB3-86BBC8E2065F}" sibTransId="{36A6773C-1F98-4830-A115-377FFE51C52D}"/>
    <dgm:cxn modelId="{677B2FBE-6F13-4A59-97C7-ACFFA407C494}" srcId="{2CF28E65-C7BC-4240-81C2-C1ADD60336CD}" destId="{962AA6BD-451F-4C2E-A826-15DA5593CB8D}" srcOrd="1" destOrd="0" parTransId="{DB8703CF-1A4E-4D20-B2BC-4EF45F1CC256}" sibTransId="{A60D2DAC-2370-4269-98F2-97E3096978DA}"/>
    <dgm:cxn modelId="{6B4F42BE-CF43-4B15-B78F-D0A2BE20EF0A}" type="presOf" srcId="{96C3D9A8-371E-46FB-A39D-20C8124B99E8}" destId="{F001EFBD-8022-45C6-8AFB-503A49FE4033}" srcOrd="0" destOrd="0" presId="urn:microsoft.com/office/officeart/2011/layout/CircleProcess"/>
    <dgm:cxn modelId="{C10CB2C0-8566-4B15-9221-76550EA26CF3}" type="presOf" srcId="{FCF84A99-202C-4BE3-9A39-DA377B165F77}" destId="{708DECEA-14DE-47AD-9238-C6D47408C93C}" srcOrd="1" destOrd="0" presId="urn:microsoft.com/office/officeart/2011/layout/CircleProcess"/>
    <dgm:cxn modelId="{05E1A3C9-F6DB-4044-95DE-22F31597DA35}" type="presOf" srcId="{A3674830-7703-44AB-B00C-E35CA7AAABA0}" destId="{80AD5DDE-1158-4CA8-95C2-C7A1AE061145}" srcOrd="0" destOrd="0" presId="urn:microsoft.com/office/officeart/2011/layout/CircleProcess"/>
    <dgm:cxn modelId="{577383CC-044D-47B5-BF42-5068793722CF}" type="presOf" srcId="{7BF8FDF4-EEDB-4A3E-93FA-5E222F23E5D4}" destId="{B6AA79FF-F809-419A-AA8A-5B40BF6207E5}" srcOrd="0" destOrd="1" presId="urn:microsoft.com/office/officeart/2011/layout/CircleProcess"/>
    <dgm:cxn modelId="{8FD0ACD4-F22D-45A9-9439-D63C65E3C854}" srcId="{F908D701-0959-447C-A48A-23570A34EB20}" destId="{0B18C878-3B6C-4D7F-BEF7-76DBE2C270C7}" srcOrd="0" destOrd="0" parTransId="{2D4279E1-AE0A-4D70-A253-B206767DD10F}" sibTransId="{35E8236F-1CD5-4CA4-93BC-9A250DD314EB}"/>
    <dgm:cxn modelId="{FF5F08DC-11AD-4E90-842C-C64F2357B327}" srcId="{B5E0BEE9-19D4-49FF-850D-9E8C3EA60201}" destId="{A3674830-7703-44AB-B00C-E35CA7AAABA0}" srcOrd="1" destOrd="0" parTransId="{AE499EB9-6EDB-45B9-B9BD-B1FDAAD91892}" sibTransId="{48D8D5BA-F75C-4D0E-ABF3-4CBC577323B3}"/>
    <dgm:cxn modelId="{075A6FDC-658D-4B25-8A8D-70F14983C868}" type="presOf" srcId="{0B18C878-3B6C-4D7F-BEF7-76DBE2C270C7}" destId="{B6AA79FF-F809-419A-AA8A-5B40BF6207E5}" srcOrd="0" destOrd="0" presId="urn:microsoft.com/office/officeart/2011/layout/CircleProcess"/>
    <dgm:cxn modelId="{6ED3EAE3-EED0-4B4A-947F-CFB1D87C67DE}" type="presOf" srcId="{962AA6BD-451F-4C2E-A826-15DA5593CB8D}" destId="{92B7F28B-F4EF-47AF-BDA1-3428387C5731}" srcOrd="0" destOrd="1" presId="urn:microsoft.com/office/officeart/2011/layout/CircleProcess"/>
    <dgm:cxn modelId="{8AA95DF5-116A-4A05-B797-F36BEBAD57DF}" srcId="{96C3D9A8-371E-46FB-A39D-20C8124B99E8}" destId="{0D3972AE-8A57-45B0-BDEB-6D6FFBD56D29}" srcOrd="1" destOrd="0" parTransId="{DBF8BBD9-A3F2-4A50-BAB8-B18B16FFE6DC}" sibTransId="{767FCA68-1742-4F50-B180-C56FC74CA486}"/>
    <dgm:cxn modelId="{22360DF9-CED5-4400-A7C7-6807D7195C78}" type="presOf" srcId="{03B1B88E-045B-4D1B-9835-4806901AC9F3}" destId="{92B7F28B-F4EF-47AF-BDA1-3428387C5731}" srcOrd="0" destOrd="0" presId="urn:microsoft.com/office/officeart/2011/layout/CircleProcess"/>
    <dgm:cxn modelId="{5E8379FC-570D-4432-B806-F5CD174BD9F7}" type="presOf" srcId="{F908D701-0959-447C-A48A-23570A34EB20}" destId="{CCAD776B-FA19-448A-8BD2-DE3A3C43882C}" srcOrd="1" destOrd="0" presId="urn:microsoft.com/office/officeart/2011/layout/CircleProcess"/>
    <dgm:cxn modelId="{CD4C7DAA-7AE8-455A-9AEC-CEC02351A10C}" type="presParOf" srcId="{2D44B0F0-AC85-47CA-9B48-695AA27AEFEF}" destId="{220D1D54-0AAA-4058-BAAF-45D51500754C}" srcOrd="0" destOrd="0" presId="urn:microsoft.com/office/officeart/2011/layout/CircleProcess"/>
    <dgm:cxn modelId="{863AA5E2-E817-47EA-B1BC-D37FBECDF120}" type="presParOf" srcId="{220D1D54-0AAA-4058-BAAF-45D51500754C}" destId="{1253DB4A-DA9D-4C4E-90BB-DC0A660C649B}" srcOrd="0" destOrd="0" presId="urn:microsoft.com/office/officeart/2011/layout/CircleProcess"/>
    <dgm:cxn modelId="{7885219B-ADF1-4C0A-A366-C6A0C206C124}" type="presParOf" srcId="{2D44B0F0-AC85-47CA-9B48-695AA27AEFEF}" destId="{C526A40B-271E-4909-AAAE-298E4CFEB140}" srcOrd="1" destOrd="0" presId="urn:microsoft.com/office/officeart/2011/layout/CircleProcess"/>
    <dgm:cxn modelId="{57D730E7-F660-4385-9C78-52A9AE88A32D}" type="presParOf" srcId="{C526A40B-271E-4909-AAAE-298E4CFEB140}" destId="{E2B96141-55AD-49E3-BA95-76420FD1E732}" srcOrd="0" destOrd="0" presId="urn:microsoft.com/office/officeart/2011/layout/CircleProcess"/>
    <dgm:cxn modelId="{EA0F1BFF-917C-48AA-AFA1-83F849D0C4D2}" type="presParOf" srcId="{2D44B0F0-AC85-47CA-9B48-695AA27AEFEF}" destId="{E08E9AF0-2477-4FA9-B4C2-94220DC91792}" srcOrd="2" destOrd="0" presId="urn:microsoft.com/office/officeart/2011/layout/CircleProcess"/>
    <dgm:cxn modelId="{C382B5F3-A3E6-4601-9C53-0A17764F7B25}" type="presParOf" srcId="{2D44B0F0-AC85-47CA-9B48-695AA27AEFEF}" destId="{708DECEA-14DE-47AD-9238-C6D47408C93C}" srcOrd="3" destOrd="0" presId="urn:microsoft.com/office/officeart/2011/layout/CircleProcess"/>
    <dgm:cxn modelId="{2D12FD30-B8DE-43FD-8986-B75063DE5718}" type="presParOf" srcId="{2D44B0F0-AC85-47CA-9B48-695AA27AEFEF}" destId="{5F18EB4B-3F76-4598-9595-C3B5639F1F1D}" srcOrd="4" destOrd="0" presId="urn:microsoft.com/office/officeart/2011/layout/CircleProcess"/>
    <dgm:cxn modelId="{7B1BFA1B-FBEF-4B0C-8531-5A64F4D8B9DC}" type="presParOf" srcId="{5F18EB4B-3F76-4598-9595-C3B5639F1F1D}" destId="{CEAC29B9-BB0D-4287-BB30-97597A7C9FF3}" srcOrd="0" destOrd="0" presId="urn:microsoft.com/office/officeart/2011/layout/CircleProcess"/>
    <dgm:cxn modelId="{A6C5CC81-0799-4253-ACD1-8F33126C5F27}" type="presParOf" srcId="{2D44B0F0-AC85-47CA-9B48-695AA27AEFEF}" destId="{CC973CF1-553B-45AC-8AC3-26D2ABCC1A7E}" srcOrd="5" destOrd="0" presId="urn:microsoft.com/office/officeart/2011/layout/CircleProcess"/>
    <dgm:cxn modelId="{C6CE4286-38A4-459B-A31C-41052907B39F}" type="presParOf" srcId="{CC973CF1-553B-45AC-8AC3-26D2ABCC1A7E}" destId="{F001EFBD-8022-45C6-8AFB-503A49FE4033}" srcOrd="0" destOrd="0" presId="urn:microsoft.com/office/officeart/2011/layout/CircleProcess"/>
    <dgm:cxn modelId="{603C3931-C291-4C23-AA6C-D19C7A7398A4}" type="presParOf" srcId="{2D44B0F0-AC85-47CA-9B48-695AA27AEFEF}" destId="{9D6BA177-14EE-4ACB-BF6B-619D8FB84518}" srcOrd="6" destOrd="0" presId="urn:microsoft.com/office/officeart/2011/layout/CircleProcess"/>
    <dgm:cxn modelId="{39150053-56EA-4FFF-BB79-E8583F2C3AD1}" type="presParOf" srcId="{2D44B0F0-AC85-47CA-9B48-695AA27AEFEF}" destId="{1C9B0420-546D-4059-AC28-D12E6790DD5D}" srcOrd="7" destOrd="0" presId="urn:microsoft.com/office/officeart/2011/layout/CircleProcess"/>
    <dgm:cxn modelId="{565B55FC-B153-4F79-9B6B-AB431FFAA05B}" type="presParOf" srcId="{2D44B0F0-AC85-47CA-9B48-695AA27AEFEF}" destId="{DC8C1E4F-83C6-4CB4-90B2-16048D8A0A7D}" srcOrd="8" destOrd="0" presId="urn:microsoft.com/office/officeart/2011/layout/CircleProcess"/>
    <dgm:cxn modelId="{64154DE6-50FC-4D1F-BFB6-80250CA0E5C0}" type="presParOf" srcId="{DC8C1E4F-83C6-4CB4-90B2-16048D8A0A7D}" destId="{AEDD0370-768D-4D69-8BBC-28D2D92D68AD}" srcOrd="0" destOrd="0" presId="urn:microsoft.com/office/officeart/2011/layout/CircleProcess"/>
    <dgm:cxn modelId="{611CA698-C8C1-4E21-A9C6-240AD1AA147A}" type="presParOf" srcId="{2D44B0F0-AC85-47CA-9B48-695AA27AEFEF}" destId="{4895F8B2-CCA5-47BE-9BF3-FFE08A51D036}" srcOrd="9" destOrd="0" presId="urn:microsoft.com/office/officeart/2011/layout/CircleProcess"/>
    <dgm:cxn modelId="{E2E2732F-39F4-4050-B496-5C3BB8AD3533}" type="presParOf" srcId="{4895F8B2-CCA5-47BE-9BF3-FFE08A51D036}" destId="{4A5F533B-F822-47DD-8E10-0985A51D0DFE}" srcOrd="0" destOrd="0" presId="urn:microsoft.com/office/officeart/2011/layout/CircleProcess"/>
    <dgm:cxn modelId="{2CAE4993-E7C8-48D0-BB59-D0B942932777}" type="presParOf" srcId="{2D44B0F0-AC85-47CA-9B48-695AA27AEFEF}" destId="{B6AA79FF-F809-419A-AA8A-5B40BF6207E5}" srcOrd="10" destOrd="0" presId="urn:microsoft.com/office/officeart/2011/layout/CircleProcess"/>
    <dgm:cxn modelId="{9DEEFCBC-4B69-4B6B-A67D-E619163DFD37}" type="presParOf" srcId="{2D44B0F0-AC85-47CA-9B48-695AA27AEFEF}" destId="{CCAD776B-FA19-448A-8BD2-DE3A3C43882C}" srcOrd="11" destOrd="0" presId="urn:microsoft.com/office/officeart/2011/layout/CircleProcess"/>
    <dgm:cxn modelId="{EDDCB0D9-94D1-40C4-AF4C-F70A44B0C4F4}" type="presParOf" srcId="{2D44B0F0-AC85-47CA-9B48-695AA27AEFEF}" destId="{4B1FB5D3-03E2-4738-BA84-336195D6247E}" srcOrd="12" destOrd="0" presId="urn:microsoft.com/office/officeart/2011/layout/CircleProcess"/>
    <dgm:cxn modelId="{C4FCF397-C753-460E-A01D-642AC78E00A6}" type="presParOf" srcId="{4B1FB5D3-03E2-4738-BA84-336195D6247E}" destId="{F4A96019-D208-464F-874B-A4677AD317CB}" srcOrd="0" destOrd="0" presId="urn:microsoft.com/office/officeart/2011/layout/CircleProcess"/>
    <dgm:cxn modelId="{EBB9C056-9517-4FA1-9C8F-C3E6D590EADB}" type="presParOf" srcId="{2D44B0F0-AC85-47CA-9B48-695AA27AEFEF}" destId="{9BD3745E-754E-4CAD-89D0-B7BBAE9B059A}" srcOrd="13" destOrd="0" presId="urn:microsoft.com/office/officeart/2011/layout/CircleProcess"/>
    <dgm:cxn modelId="{F9BF7D36-7C3E-4201-BED7-388B2A470C60}" type="presParOf" srcId="{9BD3745E-754E-4CAD-89D0-B7BBAE9B059A}" destId="{80AD5DDE-1158-4CA8-95C2-C7A1AE061145}" srcOrd="0" destOrd="0" presId="urn:microsoft.com/office/officeart/2011/layout/CircleProcess"/>
    <dgm:cxn modelId="{4B8735F3-B40B-4D7A-9B7D-EB3FEAD804B2}" type="presParOf" srcId="{2D44B0F0-AC85-47CA-9B48-695AA27AEFEF}" destId="{7498F9F4-E84A-42CA-ABC6-28D19B4AE97B}" srcOrd="14" destOrd="0" presId="urn:microsoft.com/office/officeart/2011/layout/CircleProcess"/>
    <dgm:cxn modelId="{CD60BD8C-E7DC-45AF-A24A-EF52C6AF61F2}" type="presParOf" srcId="{2D44B0F0-AC85-47CA-9B48-695AA27AEFEF}" destId="{FF661FA1-C766-4B65-AE40-611552B1AA89}" srcOrd="15" destOrd="0" presId="urn:microsoft.com/office/officeart/2011/layout/CircleProcess"/>
    <dgm:cxn modelId="{788BA7DA-4681-45E3-BDC5-45E2E0DA26C9}" type="presParOf" srcId="{2D44B0F0-AC85-47CA-9B48-695AA27AEFEF}" destId="{A564813F-17A5-4DEE-B1FF-C53A5601B1DC}" srcOrd="16" destOrd="0" presId="urn:microsoft.com/office/officeart/2011/layout/CircleProcess"/>
    <dgm:cxn modelId="{99FD9089-566A-40A8-A65C-84602850CB6D}" type="presParOf" srcId="{A564813F-17A5-4DEE-B1FF-C53A5601B1DC}" destId="{01D1D267-D902-4B77-BC07-F5F445B0E0C9}" srcOrd="0" destOrd="0" presId="urn:microsoft.com/office/officeart/2011/layout/CircleProcess"/>
    <dgm:cxn modelId="{7F311A13-9D8E-4BA9-A46F-6A2603DB9C6A}" type="presParOf" srcId="{2D44B0F0-AC85-47CA-9B48-695AA27AEFEF}" destId="{B4E5E75E-F438-4B19-A21B-E3D156A097A6}" srcOrd="17" destOrd="0" presId="urn:microsoft.com/office/officeart/2011/layout/CircleProcess"/>
    <dgm:cxn modelId="{7F72E7A6-E501-4C27-A992-319BB309D2B4}" type="presParOf" srcId="{B4E5E75E-F438-4B19-A21B-E3D156A097A6}" destId="{45BABF3F-D6BE-41A8-B663-B65F6565DF4B}" srcOrd="0" destOrd="0" presId="urn:microsoft.com/office/officeart/2011/layout/CircleProcess"/>
    <dgm:cxn modelId="{91B7119F-BF6D-4F29-8660-B0251D5D769A}" type="presParOf" srcId="{2D44B0F0-AC85-47CA-9B48-695AA27AEFEF}" destId="{92B7F28B-F4EF-47AF-BDA1-3428387C5731}" srcOrd="18" destOrd="0" presId="urn:microsoft.com/office/officeart/2011/layout/CircleProcess"/>
    <dgm:cxn modelId="{BA6341A1-283E-44E2-BD3C-DC86A2AA5DA7}" type="presParOf" srcId="{2D44B0F0-AC85-47CA-9B48-695AA27AEFEF}" destId="{EFDC1927-719E-418D-9367-9C0194768253}" srcOrd="19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3DB4A-DA9D-4C4E-90BB-DC0A660C649B}">
      <dsp:nvSpPr>
        <dsp:cNvPr id="0" name=""/>
        <dsp:cNvSpPr/>
      </dsp:nvSpPr>
      <dsp:spPr>
        <a:xfrm>
          <a:off x="8477432" y="865528"/>
          <a:ext cx="1927266" cy="19275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96141-55AD-49E3-BA95-76420FD1E732}">
      <dsp:nvSpPr>
        <dsp:cNvPr id="0" name=""/>
        <dsp:cNvSpPr/>
      </dsp:nvSpPr>
      <dsp:spPr>
        <a:xfrm>
          <a:off x="8541025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Enjoy</a:t>
          </a:r>
          <a:endParaRPr lang="ru-RU" sz="4100" kern="1200" dirty="0"/>
        </a:p>
      </dsp:txBody>
      <dsp:txXfrm>
        <a:off x="8798472" y="1186848"/>
        <a:ext cx="1285186" cy="1284941"/>
      </dsp:txXfrm>
    </dsp:sp>
    <dsp:sp modelId="{E08E9AF0-2477-4FA9-B4C2-94220DC91792}">
      <dsp:nvSpPr>
        <dsp:cNvPr id="0" name=""/>
        <dsp:cNvSpPr/>
      </dsp:nvSpPr>
      <dsp:spPr>
        <a:xfrm>
          <a:off x="8541025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/>
            <a:t>Enjoy the journey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Share</a:t>
          </a:r>
          <a:endParaRPr lang="ru-RU" sz="1500" kern="1200" dirty="0"/>
        </a:p>
      </dsp:txBody>
      <dsp:txXfrm>
        <a:off x="8541025" y="2828625"/>
        <a:ext cx="1799055" cy="1056635"/>
      </dsp:txXfrm>
    </dsp:sp>
    <dsp:sp modelId="{CEAC29B9-BB0D-4287-BB30-97597A7C9FF3}">
      <dsp:nvSpPr>
        <dsp:cNvPr id="0" name=""/>
        <dsp:cNvSpPr/>
      </dsp:nvSpPr>
      <dsp:spPr>
        <a:xfrm rot="2700000">
          <a:off x="6484633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1EFBD-8022-45C6-8AFB-503A49FE4033}">
      <dsp:nvSpPr>
        <dsp:cNvPr id="0" name=""/>
        <dsp:cNvSpPr/>
      </dsp:nvSpPr>
      <dsp:spPr>
        <a:xfrm>
          <a:off x="6550166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Get</a:t>
          </a:r>
          <a:endParaRPr lang="ru-RU" sz="4100" kern="1200" dirty="0"/>
        </a:p>
      </dsp:txBody>
      <dsp:txXfrm>
        <a:off x="6806587" y="1186848"/>
        <a:ext cx="1285186" cy="1284941"/>
      </dsp:txXfrm>
    </dsp:sp>
    <dsp:sp modelId="{9D6BA177-14EE-4ACB-BF6B-619D8FB84518}">
      <dsp:nvSpPr>
        <dsp:cNvPr id="0" name=""/>
        <dsp:cNvSpPr/>
      </dsp:nvSpPr>
      <dsp:spPr>
        <a:xfrm>
          <a:off x="6550166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/>
            <a:t>Get a Voucher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Getting Ready for a Trip</a:t>
          </a:r>
          <a:endParaRPr lang="ru-RU" sz="1500" kern="1200" dirty="0"/>
        </a:p>
      </dsp:txBody>
      <dsp:txXfrm>
        <a:off x="6550166" y="2828625"/>
        <a:ext cx="1799055" cy="1056635"/>
      </dsp:txXfrm>
    </dsp:sp>
    <dsp:sp modelId="{AEDD0370-768D-4D69-8BBC-28D2D92D68AD}">
      <dsp:nvSpPr>
        <dsp:cNvPr id="0" name=""/>
        <dsp:cNvSpPr/>
      </dsp:nvSpPr>
      <dsp:spPr>
        <a:xfrm rot="2700000">
          <a:off x="4493774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F533B-F822-47DD-8E10-0985A51D0DFE}">
      <dsp:nvSpPr>
        <dsp:cNvPr id="0" name=""/>
        <dsp:cNvSpPr/>
      </dsp:nvSpPr>
      <dsp:spPr>
        <a:xfrm>
          <a:off x="4558281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Pay</a:t>
          </a:r>
          <a:r>
            <a:rPr lang="ru-RU" sz="4100" kern="1200" dirty="0"/>
            <a:t> </a:t>
          </a:r>
        </a:p>
      </dsp:txBody>
      <dsp:txXfrm>
        <a:off x="4814703" y="1186848"/>
        <a:ext cx="1285186" cy="1284941"/>
      </dsp:txXfrm>
    </dsp:sp>
    <dsp:sp modelId="{B6AA79FF-F809-419A-AA8A-5B40BF6207E5}">
      <dsp:nvSpPr>
        <dsp:cNvPr id="0" name=""/>
        <dsp:cNvSpPr/>
      </dsp:nvSpPr>
      <dsp:spPr>
        <a:xfrm>
          <a:off x="4558281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/>
            <a:t>Fill out the form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Pay</a:t>
          </a:r>
          <a:endParaRPr lang="ru-RU" sz="1500" kern="1200" dirty="0"/>
        </a:p>
      </dsp:txBody>
      <dsp:txXfrm>
        <a:off x="4558281" y="2828625"/>
        <a:ext cx="1799055" cy="1056635"/>
      </dsp:txXfrm>
    </dsp:sp>
    <dsp:sp modelId="{F4A96019-D208-464F-874B-A4677AD317CB}">
      <dsp:nvSpPr>
        <dsp:cNvPr id="0" name=""/>
        <dsp:cNvSpPr/>
      </dsp:nvSpPr>
      <dsp:spPr>
        <a:xfrm rot="2700000">
          <a:off x="2501889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D5DDE-1158-4CA8-95C2-C7A1AE061145}">
      <dsp:nvSpPr>
        <dsp:cNvPr id="0" name=""/>
        <dsp:cNvSpPr/>
      </dsp:nvSpPr>
      <dsp:spPr>
        <a:xfrm>
          <a:off x="2566396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Book now</a:t>
          </a:r>
          <a:endParaRPr lang="ru-RU" sz="4100" kern="1200" dirty="0"/>
        </a:p>
      </dsp:txBody>
      <dsp:txXfrm>
        <a:off x="2823843" y="1186848"/>
        <a:ext cx="1285186" cy="1284941"/>
      </dsp:txXfrm>
    </dsp:sp>
    <dsp:sp modelId="{7498F9F4-E84A-42CA-ABC6-28D19B4AE97B}">
      <dsp:nvSpPr>
        <dsp:cNvPr id="0" name=""/>
        <dsp:cNvSpPr/>
      </dsp:nvSpPr>
      <dsp:spPr>
        <a:xfrm>
          <a:off x="2566396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/>
            <a:t>Select date and time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Number of tourists</a:t>
          </a:r>
          <a:endParaRPr lang="ru-RU" sz="1500" kern="1200" dirty="0"/>
        </a:p>
      </dsp:txBody>
      <dsp:txXfrm>
        <a:off x="2566396" y="2828625"/>
        <a:ext cx="1799055" cy="1056635"/>
      </dsp:txXfrm>
    </dsp:sp>
    <dsp:sp modelId="{01D1D267-D902-4B77-BC07-F5F445B0E0C9}">
      <dsp:nvSpPr>
        <dsp:cNvPr id="0" name=""/>
        <dsp:cNvSpPr/>
      </dsp:nvSpPr>
      <dsp:spPr>
        <a:xfrm rot="2700000">
          <a:off x="510004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ABF3F-D6BE-41A8-B663-B65F6565DF4B}">
      <dsp:nvSpPr>
        <dsp:cNvPr id="0" name=""/>
        <dsp:cNvSpPr/>
      </dsp:nvSpPr>
      <dsp:spPr>
        <a:xfrm>
          <a:off x="574511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Find</a:t>
          </a:r>
          <a:endParaRPr lang="ru-RU" sz="4100" kern="1200" dirty="0"/>
        </a:p>
      </dsp:txBody>
      <dsp:txXfrm>
        <a:off x="831959" y="1186848"/>
        <a:ext cx="1285186" cy="1284941"/>
      </dsp:txXfrm>
    </dsp:sp>
    <dsp:sp modelId="{92B7F28B-F4EF-47AF-BDA1-3428387C5731}">
      <dsp:nvSpPr>
        <dsp:cNvPr id="0" name=""/>
        <dsp:cNvSpPr/>
      </dsp:nvSpPr>
      <dsp:spPr>
        <a:xfrm>
          <a:off x="574511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/>
            <a:t>Use filter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Select dates</a:t>
          </a:r>
          <a:endParaRPr lang="ru-RU" sz="1500" kern="1200" dirty="0"/>
        </a:p>
      </dsp:txBody>
      <dsp:txXfrm>
        <a:off x="574511" y="2828625"/>
        <a:ext cx="1799055" cy="1056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D095-5658-470F-8B19-F72DAB3A9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20C6-E5B8-45A6-BC10-B38AEF15E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9029A-0C55-4915-AB2F-92279F45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022B6-A4C2-4D2C-9165-96D73E23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B7E0-6BED-4A0C-AD45-43FABF9C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8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D78C-8185-41AD-93A0-BD3863E8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4AD0-45D8-472B-9BA5-7323C763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746E-ED83-4257-BA2B-8F80053D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49C22-DA4C-4345-89D1-BB180903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C926A-2369-4A38-AF50-ABCAE5E5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47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B94B-E4CD-462D-B01A-F93E1FC2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87E28-A9EE-4925-A5B5-17FF1DCDE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1E03D-B2A3-4964-A8F4-F33A412E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F9CB0-3F25-46C3-BC40-B0BCDA47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E7AD8-A02F-4CC7-A5D5-7312E4CB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5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F47D-4BE1-468A-BACF-9F4ED0A4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0B9E-DF83-4281-874D-DBA410567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215A2-8099-47C0-A878-B58E5D021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1E49F-7008-4DD7-8A1E-483411B5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29B1F-F986-41A6-9E2C-922C627E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EFD27-7393-46F4-898F-9558E477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36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E08B-6886-46C5-B799-1A7B042D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D4041-4AC1-4990-B7EE-5D54DFF70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08EF1-1B14-4460-8E2D-2A2BD2E98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43D70-682F-4704-8320-06CAB17C9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438EC-9916-4A6A-9365-635B7599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BCBAA-55EC-40B1-A1DF-A5E81A21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F5F4A-03B2-4BEE-B763-D9422202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03E25-3A0D-4CC9-A099-D4D7817E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8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81FF-94A8-42BC-89B9-1E55452F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7B2D5-1C4F-47EA-8052-CE18D0FA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A4F6B-0269-46F9-9221-9F144A97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6AE67-0BF6-4A68-8B2F-73AEF992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96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F3C5C-16AC-473C-9969-F94C1A01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0C6BD-E25F-459D-BB5A-477BEE17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D18D-D57C-4A20-BEAE-3152BF17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84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A8C3-D8A7-4D75-9C4B-D36713B9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6085-5D46-41D0-816E-16C7F3B0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DF83D-3F10-41FC-A250-A94B295D6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2F76B-AEB8-4DB7-AA06-EBAFF357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8421F-096B-4D01-97A0-91C8DF4D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D6614-C82E-4E84-A8DB-8EBD070E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87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1CAF-AE24-43C2-825C-A15783AF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D8079-9C93-4070-994F-D0BC4F7D0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EA3D1-9A23-4C52-AF1B-68042C625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CB12F-B66C-4A05-AD5F-EBCE5262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5ED3E-0533-4122-AE31-C38C54C7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2E003-FCAC-4477-B8EE-E124CA05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8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8B15-33A9-4C3D-9AFA-083DEE43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DD638-E630-4FFA-AF3D-2F129115F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A652A-2B72-4F0C-B956-480538C2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7387-4F4B-469A-B0B0-4E6568BC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8D9D-49BE-497C-A50F-28C82D55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51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C6452-E3B4-4C72-9AE8-CABD9E225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0CC38-CF21-4B1F-B866-1B247988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F1BE5-D61E-4F5E-9207-9885038E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A82F8-7F62-4D77-9290-E3378FF4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83C0C-F52A-45C1-BEE4-C89B8DC7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66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BD1D4-DBF0-4C23-8F85-F0F93E22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C7810-83FB-4A71-B4FB-56EA151E4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C38B-604D-4488-81FF-C8C3A7345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46662-CFD0-4AE3-8C32-6E178619C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86A16-66D5-4B8D-BC16-D84C94739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D271-8FF4-48DE-B2F7-3B2441361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0784" y="1122363"/>
            <a:ext cx="7907215" cy="147335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BOOK TOURS?</a:t>
            </a:r>
            <a:endParaRPr lang="ru-RU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2F4CB-B957-4D92-943F-0F1F2298D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2137" y="3054402"/>
            <a:ext cx="7625861" cy="925717"/>
          </a:xfrm>
        </p:spPr>
        <p:txBody>
          <a:bodyPr/>
          <a:lstStyle/>
          <a:p>
            <a:r>
              <a:rPr lang="en-US" dirty="0"/>
              <a:t>A detailed guide to booking tours and other website services is available in the "For Tourists" section.</a:t>
            </a:r>
            <a:endParaRPr lang="ru-R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CB6C27-D59F-4EC7-B1D3-7C3114298AAB}"/>
              </a:ext>
            </a:extLst>
          </p:cNvPr>
          <p:cNvSpPr txBox="1">
            <a:spLocks/>
          </p:cNvSpPr>
          <p:nvPr/>
        </p:nvSpPr>
        <p:spPr>
          <a:xfrm>
            <a:off x="3042136" y="4619830"/>
            <a:ext cx="7625861" cy="925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FF0000"/>
                </a:solidFill>
              </a:rPr>
              <a:t>Attention</a:t>
            </a:r>
            <a:r>
              <a:rPr lang="ru-RU" i="1" dirty="0"/>
              <a:t>: </a:t>
            </a:r>
            <a:r>
              <a:rPr lang="en-US" i="1" dirty="0"/>
              <a:t>You can book tours using Visa or Mastercard by paying 10% or 25% of the tour cost in advance, with the remaining balance due on the first day of the tour.</a:t>
            </a:r>
            <a:r>
              <a:rPr lang="ru-RU" i="1" dirty="0"/>
              <a:t>.</a:t>
            </a:r>
          </a:p>
        </p:txBody>
      </p:sp>
      <p:pic>
        <p:nvPicPr>
          <p:cNvPr id="1026" name="Picture 2" descr="https://avatars.mds.yandex.net/i?id=8e43d2177dc4889651080a78c495227543bdbb26-10100796-images-thumbs&amp;n=13">
            <a:extLst>
              <a:ext uri="{FF2B5EF4-FFF2-40B4-BE49-F238E27FC236}">
                <a16:creationId xmlns:a16="http://schemas.microsoft.com/office/drawing/2014/main" id="{1FC989A6-698D-4054-B1E4-E5416F155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345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82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5C9E-52CF-444A-B1AF-362D1AE0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BOOK TOURS</a:t>
            </a:r>
            <a:r>
              <a:rPr lang="ru-RU" b="1" dirty="0"/>
              <a:t>?</a:t>
            </a:r>
            <a:endParaRPr lang="ru-R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CDC2FB-3F79-4DC5-A066-FFFEEB088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1230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243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396" y="365125"/>
            <a:ext cx="8350403" cy="1325563"/>
          </a:xfrm>
        </p:spPr>
        <p:txBody>
          <a:bodyPr/>
          <a:lstStyle/>
          <a:p>
            <a:r>
              <a:rPr lang="en-US" b="1" dirty="0"/>
              <a:t>FIND A SUITABLE TOUR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3003396" y="1690688"/>
            <a:ext cx="8110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/>
              <a:t>Use the filter. You must select at least one parameter, but you can: 1) enter the route name, 2) select the country, 3) city, 4) type, 5) tour category, and 6) available dates; then click "Search."</a:t>
            </a:r>
            <a:endParaRPr lang="ru-RU" sz="2000" i="1" dirty="0"/>
          </a:p>
        </p:txBody>
      </p:sp>
      <p:sp>
        <p:nvSpPr>
          <p:cNvPr id="16" name="Teardrop 15">
            <a:extLst>
              <a:ext uri="{FF2B5EF4-FFF2-40B4-BE49-F238E27FC236}">
                <a16:creationId xmlns:a16="http://schemas.microsoft.com/office/drawing/2014/main" id="{320EF5AA-0D1C-463B-BA2A-9AE48075A1A7}"/>
              </a:ext>
            </a:extLst>
          </p:cNvPr>
          <p:cNvSpPr/>
          <p:nvPr/>
        </p:nvSpPr>
        <p:spPr>
          <a:xfrm rot="2700000">
            <a:off x="398800" y="399104"/>
            <a:ext cx="1927043" cy="1927043"/>
          </a:xfrm>
          <a:prstGeom prst="teardrop">
            <a:avLst>
              <a:gd name="adj" fmla="val 10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769DA6-9C75-4496-ABB8-45C0CCF3CA80}"/>
              </a:ext>
            </a:extLst>
          </p:cNvPr>
          <p:cNvGrpSpPr/>
          <p:nvPr/>
        </p:nvGrpSpPr>
        <p:grpSpPr>
          <a:xfrm>
            <a:off x="463307" y="463268"/>
            <a:ext cx="1799055" cy="1799053"/>
            <a:chOff x="574511" y="929792"/>
            <a:chExt cx="1799055" cy="1799053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B96E9E9-F188-4EA3-AAA4-0813C37731EF}"/>
                </a:ext>
              </a:extLst>
            </p:cNvPr>
            <p:cNvSpPr/>
            <p:nvPr/>
          </p:nvSpPr>
          <p:spPr>
            <a:xfrm>
              <a:off x="574511" y="929792"/>
              <a:ext cx="1799055" cy="1799053"/>
            </a:xfrm>
            <a:prstGeom prst="ellipse">
              <a:avLst/>
            </a:prstGeom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2E6E46AC-9305-41C8-AFCC-91FCB3CFDAD0}"/>
                </a:ext>
              </a:extLst>
            </p:cNvPr>
            <p:cNvSpPr txBox="1"/>
            <p:nvPr/>
          </p:nvSpPr>
          <p:spPr>
            <a:xfrm>
              <a:off x="831959" y="1186848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Find</a:t>
              </a:r>
              <a:endParaRPr lang="ru-RU" sz="4100" kern="1200" dirty="0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E85641-91F5-4231-B724-FA39A80AA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5103" y="3016251"/>
            <a:ext cx="88392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1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698" y="365126"/>
            <a:ext cx="8302229" cy="1270244"/>
          </a:xfrm>
        </p:spPr>
        <p:txBody>
          <a:bodyPr/>
          <a:lstStyle/>
          <a:p>
            <a:r>
              <a:rPr lang="en-US" b="1" dirty="0"/>
              <a:t>BOOK NOW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2982699" y="1690688"/>
            <a:ext cx="81131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/>
              <a:t>The booking process consists of two stages.</a:t>
            </a:r>
          </a:p>
          <a:p>
            <a:pPr algn="just"/>
            <a:r>
              <a:rPr lang="en-US" sz="2000" i="1" dirty="0"/>
              <a:t>Stage 1 includes three steps: 1) select tour dates and 2) start time; 3) specify the number of tourists; and then click the "Book Now" button.</a:t>
            </a:r>
            <a:endParaRPr lang="ru-RU" sz="2000" i="1" dirty="0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55F03853-1A2A-4CBE-95CE-DFD97A881A6D}"/>
              </a:ext>
            </a:extLst>
          </p:cNvPr>
          <p:cNvSpPr/>
          <p:nvPr/>
        </p:nvSpPr>
        <p:spPr>
          <a:xfrm rot="2700000">
            <a:off x="399104" y="399104"/>
            <a:ext cx="1927043" cy="1927043"/>
          </a:xfrm>
          <a:prstGeom prst="teardrop">
            <a:avLst>
              <a:gd name="adj" fmla="val 10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32D001-4F30-4673-BB9C-538C86F7BF66}"/>
              </a:ext>
            </a:extLst>
          </p:cNvPr>
          <p:cNvGrpSpPr/>
          <p:nvPr/>
        </p:nvGrpSpPr>
        <p:grpSpPr>
          <a:xfrm>
            <a:off x="463611" y="463268"/>
            <a:ext cx="1799055" cy="1799053"/>
            <a:chOff x="2566396" y="929792"/>
            <a:chExt cx="1799055" cy="179905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132AD8-2E2C-41D1-A79B-8E215E1138C1}"/>
                </a:ext>
              </a:extLst>
            </p:cNvPr>
            <p:cNvSpPr/>
            <p:nvPr/>
          </p:nvSpPr>
          <p:spPr>
            <a:xfrm>
              <a:off x="2566396" y="929792"/>
              <a:ext cx="1799055" cy="1799053"/>
            </a:xfrm>
            <a:prstGeom prst="ellipse">
              <a:avLst/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09301231-AF1F-4634-8816-244DED399D4F}"/>
                </a:ext>
              </a:extLst>
            </p:cNvPr>
            <p:cNvSpPr txBox="1"/>
            <p:nvPr/>
          </p:nvSpPr>
          <p:spPr>
            <a:xfrm>
              <a:off x="2823843" y="1186848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Book now</a:t>
              </a:r>
              <a:endParaRPr lang="ru-RU" sz="4100" kern="1200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73341E-5A66-4C49-9A0B-5FC462AB3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698" y="2895779"/>
            <a:ext cx="5934075" cy="334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3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862" y="365125"/>
            <a:ext cx="8164937" cy="1325563"/>
          </a:xfrm>
        </p:spPr>
        <p:txBody>
          <a:bodyPr/>
          <a:lstStyle/>
          <a:p>
            <a:r>
              <a:rPr lang="en-US" b="1" dirty="0"/>
              <a:t>BOOK NOW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5240215" y="1690688"/>
            <a:ext cx="61135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/>
              <a:t>Stage 2 also includes three steps:</a:t>
            </a:r>
          </a:p>
          <a:p>
            <a:pPr algn="just"/>
            <a:r>
              <a:rPr lang="en-US" sz="2000" i="1" dirty="0"/>
              <a:t>1) fill out the form; 2) read the "Offer-Agreement" and check the box; 3) read the "Payment and Refund Policy" and check the box; then click "Confirm and Proceed to Payment."</a:t>
            </a:r>
            <a:endParaRPr lang="ru-RU" sz="2000" i="1" dirty="0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D9688C32-5705-4A6C-998E-B443115E23EC}"/>
              </a:ext>
            </a:extLst>
          </p:cNvPr>
          <p:cNvSpPr/>
          <p:nvPr/>
        </p:nvSpPr>
        <p:spPr>
          <a:xfrm rot="2700000">
            <a:off x="399104" y="399104"/>
            <a:ext cx="1927043" cy="1927043"/>
          </a:xfrm>
          <a:prstGeom prst="teardrop">
            <a:avLst>
              <a:gd name="adj" fmla="val 10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CD8977F-2043-4417-BD25-DB9F5704EC8E}"/>
              </a:ext>
            </a:extLst>
          </p:cNvPr>
          <p:cNvGrpSpPr/>
          <p:nvPr/>
        </p:nvGrpSpPr>
        <p:grpSpPr>
          <a:xfrm>
            <a:off x="463611" y="463268"/>
            <a:ext cx="1799055" cy="1799053"/>
            <a:chOff x="2566396" y="929792"/>
            <a:chExt cx="1799055" cy="179905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3832C00-5450-41E9-BC6A-E0290AA4E663}"/>
                </a:ext>
              </a:extLst>
            </p:cNvPr>
            <p:cNvSpPr/>
            <p:nvPr/>
          </p:nvSpPr>
          <p:spPr>
            <a:xfrm>
              <a:off x="2566396" y="929792"/>
              <a:ext cx="1799055" cy="1799053"/>
            </a:xfrm>
            <a:prstGeom prst="ellipse">
              <a:avLst/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Oval 5">
              <a:extLst>
                <a:ext uri="{FF2B5EF4-FFF2-40B4-BE49-F238E27FC236}">
                  <a16:creationId xmlns:a16="http://schemas.microsoft.com/office/drawing/2014/main" id="{1B454015-9346-4198-BCD6-0E72058119CB}"/>
                </a:ext>
              </a:extLst>
            </p:cNvPr>
            <p:cNvSpPr txBox="1"/>
            <p:nvPr/>
          </p:nvSpPr>
          <p:spPr>
            <a:xfrm>
              <a:off x="2823843" y="1186848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Book now</a:t>
              </a:r>
              <a:endParaRPr lang="ru-RU" sz="4100" kern="1200" dirty="0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6B20EC-C49E-4412-B3BA-2422227BDA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62625" y="2519378"/>
            <a:ext cx="3460384" cy="3973498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7E58423B-5A2B-43C5-94F7-69321E6874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40214" y="3536097"/>
            <a:ext cx="6267901" cy="23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786" y="365125"/>
            <a:ext cx="8369013" cy="1325563"/>
          </a:xfrm>
        </p:spPr>
        <p:txBody>
          <a:bodyPr/>
          <a:lstStyle/>
          <a:p>
            <a:r>
              <a:rPr lang="en-US" b="1" dirty="0"/>
              <a:t>PAY FOR THE TOUR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2984786" y="1690688"/>
            <a:ext cx="8369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/>
              <a:t>To select a payment method, you need to complete two steps: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i="1" dirty="0"/>
              <a:t>Select the payment terms "Full Payment" or "Deposit" (however, a deposit is possible if the reservation period is at least 30 days);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i="1" dirty="0"/>
              <a:t>Select the payment method, and then click the "Pay" button.</a:t>
            </a:r>
            <a:endParaRPr lang="ru-RU" sz="2000" i="1" dirty="0"/>
          </a:p>
        </p:txBody>
      </p:sp>
      <p:sp>
        <p:nvSpPr>
          <p:cNvPr id="17" name="Teardrop 16">
            <a:extLst>
              <a:ext uri="{FF2B5EF4-FFF2-40B4-BE49-F238E27FC236}">
                <a16:creationId xmlns:a16="http://schemas.microsoft.com/office/drawing/2014/main" id="{669571C9-35AF-4CDF-888B-76B08A07B6DF}"/>
              </a:ext>
            </a:extLst>
          </p:cNvPr>
          <p:cNvSpPr/>
          <p:nvPr/>
        </p:nvSpPr>
        <p:spPr>
          <a:xfrm rot="2700000">
            <a:off x="399104" y="368930"/>
            <a:ext cx="1927043" cy="1927043"/>
          </a:xfrm>
          <a:prstGeom prst="teardrop">
            <a:avLst>
              <a:gd name="adj" fmla="val 10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0562FE-EC49-4C2F-A715-9C4BFF7CEFF9}"/>
              </a:ext>
            </a:extLst>
          </p:cNvPr>
          <p:cNvGrpSpPr/>
          <p:nvPr/>
        </p:nvGrpSpPr>
        <p:grpSpPr>
          <a:xfrm>
            <a:off x="463611" y="433094"/>
            <a:ext cx="1799055" cy="1799053"/>
            <a:chOff x="4558281" y="929792"/>
            <a:chExt cx="1799055" cy="179905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7B2339F-AD82-45E8-AD62-5BEF77F2C7B8}"/>
                </a:ext>
              </a:extLst>
            </p:cNvPr>
            <p:cNvSpPr/>
            <p:nvPr/>
          </p:nvSpPr>
          <p:spPr>
            <a:xfrm>
              <a:off x="4558281" y="929792"/>
              <a:ext cx="1799055" cy="1799053"/>
            </a:xfrm>
            <a:prstGeom prst="ellipse">
              <a:avLst/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Oval 5">
              <a:extLst>
                <a:ext uri="{FF2B5EF4-FFF2-40B4-BE49-F238E27FC236}">
                  <a16:creationId xmlns:a16="http://schemas.microsoft.com/office/drawing/2014/main" id="{C8B4DA74-D817-418A-81D6-0252E441FD70}"/>
                </a:ext>
              </a:extLst>
            </p:cNvPr>
            <p:cNvSpPr txBox="1"/>
            <p:nvPr/>
          </p:nvSpPr>
          <p:spPr>
            <a:xfrm>
              <a:off x="4814703" y="1186848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Pay</a:t>
              </a:r>
              <a:r>
                <a:rPr lang="ru-RU" sz="4100" kern="1200" dirty="0"/>
                <a:t> </a:t>
              </a:r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4FF1EC-E693-458A-9546-6A659655AB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557754"/>
            <a:ext cx="5181600" cy="257519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40152F-2AB6-4553-AF28-C08B05ABC3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3609372"/>
            <a:ext cx="5181600" cy="247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8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9978D1-8D08-4611-825A-C5CDE236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200" y="365125"/>
            <a:ext cx="8386599" cy="1325563"/>
          </a:xfrm>
        </p:spPr>
        <p:txBody>
          <a:bodyPr/>
          <a:lstStyle/>
          <a:p>
            <a:r>
              <a:rPr lang="en-US" b="1" dirty="0"/>
              <a:t>GET A TOUR</a:t>
            </a:r>
            <a:endParaRPr lang="ru-RU" b="1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407D907-1561-46D5-B305-2D861566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91271"/>
            <a:ext cx="5181600" cy="3485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 dirty="0"/>
              <a:t>After payment, you will immediately receive a confirmation (Voucher) of the booked tour by email, which you must have with you (it is recommended to have a printed version).</a:t>
            </a:r>
            <a:endParaRPr lang="ru-RU" sz="2000" i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530470C-96AE-453D-BC65-AD81C3E545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320" y="1825625"/>
            <a:ext cx="5109360" cy="4351338"/>
          </a:xfrm>
          <a:prstGeom prst="rect">
            <a:avLst/>
          </a:prstGeom>
        </p:spPr>
      </p:pic>
      <p:sp>
        <p:nvSpPr>
          <p:cNvPr id="13" name="Teardrop 12">
            <a:extLst>
              <a:ext uri="{FF2B5EF4-FFF2-40B4-BE49-F238E27FC236}">
                <a16:creationId xmlns:a16="http://schemas.microsoft.com/office/drawing/2014/main" id="{34CCD380-E6E3-4C59-BD75-C239A96D1DED}"/>
              </a:ext>
            </a:extLst>
          </p:cNvPr>
          <p:cNvSpPr/>
          <p:nvPr/>
        </p:nvSpPr>
        <p:spPr>
          <a:xfrm rot="2700000">
            <a:off x="399104" y="399103"/>
            <a:ext cx="1927043" cy="1927043"/>
          </a:xfrm>
          <a:prstGeom prst="teardrop">
            <a:avLst>
              <a:gd name="adj" fmla="val 10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182936-A866-4138-A356-264C6F2A22CD}"/>
              </a:ext>
            </a:extLst>
          </p:cNvPr>
          <p:cNvGrpSpPr/>
          <p:nvPr/>
        </p:nvGrpSpPr>
        <p:grpSpPr>
          <a:xfrm>
            <a:off x="464637" y="463267"/>
            <a:ext cx="1799055" cy="1799053"/>
            <a:chOff x="6550166" y="929792"/>
            <a:chExt cx="1799055" cy="179905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070235-908B-4133-A03F-DB4413864141}"/>
                </a:ext>
              </a:extLst>
            </p:cNvPr>
            <p:cNvSpPr/>
            <p:nvPr/>
          </p:nvSpPr>
          <p:spPr>
            <a:xfrm>
              <a:off x="6550166" y="929792"/>
              <a:ext cx="1799055" cy="1799053"/>
            </a:xfrm>
            <a:prstGeom prst="ellipse">
              <a:avLst/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2EC2FC17-3740-449C-940A-A5CCC513B276}"/>
                </a:ext>
              </a:extLst>
            </p:cNvPr>
            <p:cNvSpPr txBox="1"/>
            <p:nvPr/>
          </p:nvSpPr>
          <p:spPr>
            <a:xfrm>
              <a:off x="6806587" y="1186848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Get</a:t>
              </a:r>
              <a:endParaRPr lang="ru-RU" sz="41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948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A0B7-09B2-4849-98F9-791D0CBD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854" y="365125"/>
            <a:ext cx="8868945" cy="1325563"/>
          </a:xfrm>
        </p:spPr>
        <p:txBody>
          <a:bodyPr/>
          <a:lstStyle/>
          <a:p>
            <a:r>
              <a:rPr lang="en-US" b="1" dirty="0"/>
              <a:t>TIME OF ENJOYMENT</a:t>
            </a:r>
            <a:endParaRPr lang="ru-R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12FB-31A5-4678-8878-FBE7E05BE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21233"/>
            <a:ext cx="5181600" cy="37557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Have a nice trip!</a:t>
            </a:r>
          </a:p>
          <a:p>
            <a:pPr marL="0" indent="0">
              <a:buNone/>
            </a:pPr>
            <a:r>
              <a:rPr lang="en-US" dirty="0"/>
              <a:t>You will be met at the border, at the airport, or at hotels displaying this sign (logo).</a:t>
            </a:r>
            <a:endParaRPr lang="ru-RU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24C1043-0BDD-4467-9EEF-0AFFE9B76C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69714"/>
            <a:ext cx="5181600" cy="366316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1BB07C5-8B33-4764-A981-0EE15DBB3FBE}"/>
              </a:ext>
            </a:extLst>
          </p:cNvPr>
          <p:cNvGrpSpPr/>
          <p:nvPr/>
        </p:nvGrpSpPr>
        <p:grpSpPr>
          <a:xfrm>
            <a:off x="466211" y="365125"/>
            <a:ext cx="1799055" cy="1799053"/>
            <a:chOff x="3810763" y="-1234556"/>
            <a:chExt cx="1799055" cy="179905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FCCC84-189B-4136-AB8E-B36C70ADF250}"/>
                </a:ext>
              </a:extLst>
            </p:cNvPr>
            <p:cNvSpPr/>
            <p:nvPr/>
          </p:nvSpPr>
          <p:spPr>
            <a:xfrm>
              <a:off x="3810763" y="-1234556"/>
              <a:ext cx="1799055" cy="179905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9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Oval 4">
              <a:extLst>
                <a:ext uri="{FF2B5EF4-FFF2-40B4-BE49-F238E27FC236}">
                  <a16:creationId xmlns:a16="http://schemas.microsoft.com/office/drawing/2014/main" id="{F091817D-FAB2-4EDE-AF12-0F9228AA9E09}"/>
                </a:ext>
              </a:extLst>
            </p:cNvPr>
            <p:cNvSpPr txBox="1"/>
            <p:nvPr/>
          </p:nvSpPr>
          <p:spPr>
            <a:xfrm>
              <a:off x="4068210" y="-977500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070" tIns="52070" rIns="52070" bIns="52070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Enjoy</a:t>
              </a:r>
              <a:endParaRPr lang="ru-RU" sz="41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7926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391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HOW TO BOOK TOURS?</vt:lpstr>
      <vt:lpstr>HOW TO BOOK TOURS?</vt:lpstr>
      <vt:lpstr>FIND A SUITABLE TOUR</vt:lpstr>
      <vt:lpstr>BOOK NOW</vt:lpstr>
      <vt:lpstr>BOOK NOW</vt:lpstr>
      <vt:lpstr>PAY FOR THE TOUR</vt:lpstr>
      <vt:lpstr>GET A TOUR</vt:lpstr>
      <vt:lpstr>TIME OF ENJOYMENT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бронировать туры?</dc:title>
  <dc:creator>Қиёмиддин Миралиён</dc:creator>
  <cp:lastModifiedBy>Қиёмиддин Миралиён</cp:lastModifiedBy>
  <cp:revision>16</cp:revision>
  <dcterms:created xsi:type="dcterms:W3CDTF">2026-04-25T03:49:36Z</dcterms:created>
  <dcterms:modified xsi:type="dcterms:W3CDTF">2026-04-25T12:30:59Z</dcterms:modified>
</cp:coreProperties>
</file>