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Қиёмиддин Миралиён" initials="ҚМ" lastIdx="1" clrIdx="0">
    <p:extLst>
      <p:ext uri="{19B8F6BF-5375-455C-9EA6-DF929625EA0E}">
        <p15:presenceInfo xmlns:p15="http://schemas.microsoft.com/office/powerpoint/2012/main" userId="S-1-5-21-1996684936-636362180-2787962337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78" y="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E0BEE9-19D4-49FF-850D-9E8C3EA60201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ru-RU"/>
        </a:p>
      </dgm:t>
    </dgm:pt>
    <dgm:pt modelId="{2CF28E65-C7BC-4240-81C2-C1ADD60336CD}">
      <dgm:prSet phldrT="[Text]"/>
      <dgm:spPr/>
      <dgm:t>
        <a:bodyPr/>
        <a:lstStyle/>
        <a:p>
          <a:r>
            <a:rPr lang="ru-RU" dirty="0"/>
            <a:t>Найти</a:t>
          </a:r>
        </a:p>
      </dgm:t>
    </dgm:pt>
    <dgm:pt modelId="{31E49C15-99FA-4F1A-8BE6-F7A54A56F50A}" type="parTrans" cxnId="{FE148F04-7C34-48E1-8395-0A3F4ADE2FFD}">
      <dgm:prSet/>
      <dgm:spPr/>
      <dgm:t>
        <a:bodyPr/>
        <a:lstStyle/>
        <a:p>
          <a:endParaRPr lang="ru-RU"/>
        </a:p>
      </dgm:t>
    </dgm:pt>
    <dgm:pt modelId="{ABDB2917-4B56-4501-B780-CF5B4BA23313}" type="sibTrans" cxnId="{FE148F04-7C34-48E1-8395-0A3F4ADE2FFD}">
      <dgm:prSet/>
      <dgm:spPr/>
      <dgm:t>
        <a:bodyPr/>
        <a:lstStyle/>
        <a:p>
          <a:endParaRPr lang="ru-RU"/>
        </a:p>
      </dgm:t>
    </dgm:pt>
    <dgm:pt modelId="{03B1B88E-045B-4D1B-9835-4806901AC9F3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 Использовать фильтр</a:t>
          </a:r>
        </a:p>
      </dgm:t>
    </dgm:pt>
    <dgm:pt modelId="{88D4913E-0484-4CE9-A45C-2DB6E9BAC56B}" type="parTrans" cxnId="{8D7F834E-27E8-43B7-ABB5-D0BB95BC82A1}">
      <dgm:prSet/>
      <dgm:spPr/>
      <dgm:t>
        <a:bodyPr/>
        <a:lstStyle/>
        <a:p>
          <a:endParaRPr lang="ru-RU"/>
        </a:p>
      </dgm:t>
    </dgm:pt>
    <dgm:pt modelId="{98AE1F46-6182-4015-8B7F-1520167E79C8}" type="sibTrans" cxnId="{8D7F834E-27E8-43B7-ABB5-D0BB95BC82A1}">
      <dgm:prSet/>
      <dgm:spPr/>
      <dgm:t>
        <a:bodyPr/>
        <a:lstStyle/>
        <a:p>
          <a:endParaRPr lang="ru-RU"/>
        </a:p>
      </dgm:t>
    </dgm:pt>
    <dgm:pt modelId="{F928A3E3-147F-4890-99D8-3B24BC373E70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 Выбрать даты</a:t>
          </a:r>
        </a:p>
      </dgm:t>
    </dgm:pt>
    <dgm:pt modelId="{6507A58A-1AA5-47DA-9E84-07B1D8D6A600}" type="parTrans" cxnId="{3D6892F2-3BB1-48F5-88F5-04696EBA8725}">
      <dgm:prSet/>
      <dgm:spPr/>
      <dgm:t>
        <a:bodyPr/>
        <a:lstStyle/>
        <a:p>
          <a:endParaRPr lang="ru-RU"/>
        </a:p>
      </dgm:t>
    </dgm:pt>
    <dgm:pt modelId="{8EEADA32-3688-458F-A9CE-18786E4A6289}" type="sibTrans" cxnId="{3D6892F2-3BB1-48F5-88F5-04696EBA8725}">
      <dgm:prSet/>
      <dgm:spPr/>
      <dgm:t>
        <a:bodyPr/>
        <a:lstStyle/>
        <a:p>
          <a:endParaRPr lang="ru-RU"/>
        </a:p>
      </dgm:t>
    </dgm:pt>
    <dgm:pt modelId="{A3674830-7703-44AB-B00C-E35CA7AAABA0}">
      <dgm:prSet phldrT="[Text]"/>
      <dgm:spPr/>
      <dgm:t>
        <a:bodyPr/>
        <a:lstStyle/>
        <a:p>
          <a:r>
            <a:rPr lang="ru-RU" dirty="0" err="1"/>
            <a:t>Заброн-ировать</a:t>
          </a:r>
          <a:r>
            <a:rPr lang="ru-RU" dirty="0"/>
            <a:t> </a:t>
          </a:r>
        </a:p>
      </dgm:t>
    </dgm:pt>
    <dgm:pt modelId="{AE499EB9-6EDB-45B9-B9BD-B1FDAAD91892}" type="parTrans" cxnId="{FF5F08DC-11AD-4E90-842C-C64F2357B327}">
      <dgm:prSet/>
      <dgm:spPr/>
      <dgm:t>
        <a:bodyPr/>
        <a:lstStyle/>
        <a:p>
          <a:endParaRPr lang="ru-RU"/>
        </a:p>
      </dgm:t>
    </dgm:pt>
    <dgm:pt modelId="{48D8D5BA-F75C-4D0E-ABF3-4CBC577323B3}" type="sibTrans" cxnId="{FF5F08DC-11AD-4E90-842C-C64F2357B327}">
      <dgm:prSet/>
      <dgm:spPr/>
      <dgm:t>
        <a:bodyPr/>
        <a:lstStyle/>
        <a:p>
          <a:endParaRPr lang="ru-RU"/>
        </a:p>
      </dgm:t>
    </dgm:pt>
    <dgm:pt modelId="{EC87FB45-F42D-42DB-8153-1C4C1E1C2D66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Выбрать дату и время</a:t>
          </a:r>
        </a:p>
      </dgm:t>
    </dgm:pt>
    <dgm:pt modelId="{CD6DA9B6-0BB3-4FF1-A680-94173F6DA089}" type="parTrans" cxnId="{BF7EE47F-EED0-4502-BD56-D996D3A1BC6A}">
      <dgm:prSet/>
      <dgm:spPr/>
      <dgm:t>
        <a:bodyPr/>
        <a:lstStyle/>
        <a:p>
          <a:endParaRPr lang="ru-RU"/>
        </a:p>
      </dgm:t>
    </dgm:pt>
    <dgm:pt modelId="{CA3CBA38-6602-4D72-ADAB-0F786566D2D7}" type="sibTrans" cxnId="{BF7EE47F-EED0-4502-BD56-D996D3A1BC6A}">
      <dgm:prSet/>
      <dgm:spPr/>
      <dgm:t>
        <a:bodyPr/>
        <a:lstStyle/>
        <a:p>
          <a:endParaRPr lang="ru-RU"/>
        </a:p>
      </dgm:t>
    </dgm:pt>
    <dgm:pt modelId="{A8172294-E2A7-460C-88E4-93E3B3CF070B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Кол-во туристов</a:t>
          </a:r>
        </a:p>
      </dgm:t>
    </dgm:pt>
    <dgm:pt modelId="{4B342045-BDA2-4BB2-9C98-7A8BCA37E457}" type="parTrans" cxnId="{6AB0206E-40E4-4020-8213-5BD933C1D988}">
      <dgm:prSet/>
      <dgm:spPr/>
      <dgm:t>
        <a:bodyPr/>
        <a:lstStyle/>
        <a:p>
          <a:endParaRPr lang="ru-RU"/>
        </a:p>
      </dgm:t>
    </dgm:pt>
    <dgm:pt modelId="{DA9E4449-832B-4BB1-9C0C-1BB8B5D9FEA7}" type="sibTrans" cxnId="{6AB0206E-40E4-4020-8213-5BD933C1D988}">
      <dgm:prSet/>
      <dgm:spPr/>
      <dgm:t>
        <a:bodyPr/>
        <a:lstStyle/>
        <a:p>
          <a:endParaRPr lang="ru-RU"/>
        </a:p>
      </dgm:t>
    </dgm:pt>
    <dgm:pt modelId="{96C3D9A8-371E-46FB-A39D-20C8124B99E8}">
      <dgm:prSet phldrT="[Text]"/>
      <dgm:spPr/>
      <dgm:t>
        <a:bodyPr/>
        <a:lstStyle/>
        <a:p>
          <a:r>
            <a:rPr lang="tg-Cyrl-TJ" dirty="0"/>
            <a:t>Получит</a:t>
          </a:r>
          <a:r>
            <a:rPr lang="ru-RU" dirty="0"/>
            <a:t>ь</a:t>
          </a:r>
        </a:p>
      </dgm:t>
    </dgm:pt>
    <dgm:pt modelId="{A1567AB2-7ACA-4EA9-AAB3-86BBC8E2065F}" type="parTrans" cxnId="{94C074B1-BB2B-48B2-A8F6-354744A512B2}">
      <dgm:prSet/>
      <dgm:spPr/>
      <dgm:t>
        <a:bodyPr/>
        <a:lstStyle/>
        <a:p>
          <a:endParaRPr lang="ru-RU"/>
        </a:p>
      </dgm:t>
    </dgm:pt>
    <dgm:pt modelId="{36A6773C-1F98-4830-A115-377FFE51C52D}" type="sibTrans" cxnId="{94C074B1-BB2B-48B2-A8F6-354744A512B2}">
      <dgm:prSet/>
      <dgm:spPr/>
      <dgm:t>
        <a:bodyPr/>
        <a:lstStyle/>
        <a:p>
          <a:endParaRPr lang="ru-RU"/>
        </a:p>
      </dgm:t>
    </dgm:pt>
    <dgm:pt modelId="{5237E6FD-CDA6-44FA-B065-88E1CF3629DD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Получить Ваучер</a:t>
          </a:r>
        </a:p>
      </dgm:t>
    </dgm:pt>
    <dgm:pt modelId="{C8EB9183-C5A4-4C95-A387-AA0FB39A313B}" type="parTrans" cxnId="{025DAD2F-0901-432E-86C7-13CDA4D8DF87}">
      <dgm:prSet/>
      <dgm:spPr/>
      <dgm:t>
        <a:bodyPr/>
        <a:lstStyle/>
        <a:p>
          <a:endParaRPr lang="ru-RU"/>
        </a:p>
      </dgm:t>
    </dgm:pt>
    <dgm:pt modelId="{BAD3837F-79FF-4BF9-B696-AAE65EE05B9C}" type="sibTrans" cxnId="{025DAD2F-0901-432E-86C7-13CDA4D8DF87}">
      <dgm:prSet/>
      <dgm:spPr/>
      <dgm:t>
        <a:bodyPr/>
        <a:lstStyle/>
        <a:p>
          <a:endParaRPr lang="ru-RU"/>
        </a:p>
      </dgm:t>
    </dgm:pt>
    <dgm:pt modelId="{3A42AA3F-AEEE-4EE4-8C7F-17173E1EA8A8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Готовится к поездки </a:t>
          </a:r>
        </a:p>
      </dgm:t>
    </dgm:pt>
    <dgm:pt modelId="{DDB3DA70-1778-456B-843E-E4BA99496870}" type="parTrans" cxnId="{5A1CEB01-78CD-496B-95C9-F50F5C6E5BFD}">
      <dgm:prSet/>
      <dgm:spPr/>
      <dgm:t>
        <a:bodyPr/>
        <a:lstStyle/>
        <a:p>
          <a:endParaRPr lang="ru-RU"/>
        </a:p>
      </dgm:t>
    </dgm:pt>
    <dgm:pt modelId="{ECCEA65E-2B18-44EC-80FD-BFC8A35EDEEA}" type="sibTrans" cxnId="{5A1CEB01-78CD-496B-95C9-F50F5C6E5BFD}">
      <dgm:prSet/>
      <dgm:spPr/>
      <dgm:t>
        <a:bodyPr/>
        <a:lstStyle/>
        <a:p>
          <a:endParaRPr lang="ru-RU"/>
        </a:p>
      </dgm:t>
    </dgm:pt>
    <dgm:pt modelId="{FCF84A99-202C-4BE3-9A39-DA377B165F77}">
      <dgm:prSet/>
      <dgm:spPr/>
      <dgm:t>
        <a:bodyPr/>
        <a:lstStyle/>
        <a:p>
          <a:r>
            <a:rPr lang="ru-RU" dirty="0"/>
            <a:t>Отдыхать</a:t>
          </a:r>
        </a:p>
      </dgm:t>
    </dgm:pt>
    <dgm:pt modelId="{0924457C-6FC8-47A5-AC52-EE87757F21BA}" type="parTrans" cxnId="{8FC47081-4AED-439D-8F06-62F93E0092CC}">
      <dgm:prSet/>
      <dgm:spPr/>
      <dgm:t>
        <a:bodyPr/>
        <a:lstStyle/>
        <a:p>
          <a:endParaRPr lang="ru-RU"/>
        </a:p>
      </dgm:t>
    </dgm:pt>
    <dgm:pt modelId="{03156FE4-B33C-4CF0-92AE-1B75E4573FF6}" type="sibTrans" cxnId="{8FC47081-4AED-439D-8F06-62F93E0092CC}">
      <dgm:prSet/>
      <dgm:spPr/>
      <dgm:t>
        <a:bodyPr/>
        <a:lstStyle/>
        <a:p>
          <a:endParaRPr lang="ru-RU"/>
        </a:p>
      </dgm:t>
    </dgm:pt>
    <dgm:pt modelId="{1D1B85D6-2AA6-47E7-B8CE-B6E768B84D80}">
      <dgm:prSet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Наслаждаться путешествием</a:t>
          </a:r>
        </a:p>
      </dgm:t>
    </dgm:pt>
    <dgm:pt modelId="{2981C00A-E664-43BA-80EE-5D1F39EBCFA3}" type="parTrans" cxnId="{8746D424-867C-416F-895E-2F5FEF2208A1}">
      <dgm:prSet/>
      <dgm:spPr/>
      <dgm:t>
        <a:bodyPr/>
        <a:lstStyle/>
        <a:p>
          <a:endParaRPr lang="ru-RU"/>
        </a:p>
      </dgm:t>
    </dgm:pt>
    <dgm:pt modelId="{2ECE8D40-D1AD-4EE7-8634-9A798FE7B58E}" type="sibTrans" cxnId="{8746D424-867C-416F-895E-2F5FEF2208A1}">
      <dgm:prSet/>
      <dgm:spPr/>
      <dgm:t>
        <a:bodyPr/>
        <a:lstStyle/>
        <a:p>
          <a:endParaRPr lang="ru-RU"/>
        </a:p>
      </dgm:t>
    </dgm:pt>
    <dgm:pt modelId="{24DD4868-FA0A-40E2-9956-BCDC85FEB2F5}">
      <dgm:prSet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Поделиться </a:t>
          </a:r>
        </a:p>
      </dgm:t>
    </dgm:pt>
    <dgm:pt modelId="{5CE9F9E7-4734-43C4-9D04-912D9335D939}" type="parTrans" cxnId="{A782C8B5-69A6-4D33-90C8-3719AB3B0248}">
      <dgm:prSet/>
      <dgm:spPr/>
      <dgm:t>
        <a:bodyPr/>
        <a:lstStyle/>
        <a:p>
          <a:endParaRPr lang="ru-RU"/>
        </a:p>
      </dgm:t>
    </dgm:pt>
    <dgm:pt modelId="{3D6EE1B6-8A3C-49B4-A785-3E85F261E28B}" type="sibTrans" cxnId="{A782C8B5-69A6-4D33-90C8-3719AB3B0248}">
      <dgm:prSet/>
      <dgm:spPr/>
      <dgm:t>
        <a:bodyPr/>
        <a:lstStyle/>
        <a:p>
          <a:endParaRPr lang="ru-RU"/>
        </a:p>
      </dgm:t>
    </dgm:pt>
    <dgm:pt modelId="{F908D701-0959-447C-A48A-23570A34EB20}">
      <dgm:prSet phldrT="[Text]"/>
      <dgm:spPr/>
      <dgm:t>
        <a:bodyPr/>
        <a:lstStyle/>
        <a:p>
          <a:r>
            <a:rPr lang="ru-RU" dirty="0"/>
            <a:t>Оплатить </a:t>
          </a:r>
        </a:p>
      </dgm:t>
    </dgm:pt>
    <dgm:pt modelId="{3C4BD0DF-A36B-4A94-B741-0B7F40C04A8F}" type="parTrans" cxnId="{F1B17B00-900F-4B86-98B9-E589D0783477}">
      <dgm:prSet/>
      <dgm:spPr/>
      <dgm:t>
        <a:bodyPr/>
        <a:lstStyle/>
        <a:p>
          <a:endParaRPr lang="ru-RU"/>
        </a:p>
      </dgm:t>
    </dgm:pt>
    <dgm:pt modelId="{25A6163D-6FAC-43D7-9D2C-F92FB003CEEB}" type="sibTrans" cxnId="{F1B17B00-900F-4B86-98B9-E589D0783477}">
      <dgm:prSet/>
      <dgm:spPr/>
      <dgm:t>
        <a:bodyPr/>
        <a:lstStyle/>
        <a:p>
          <a:endParaRPr lang="ru-RU"/>
        </a:p>
      </dgm:t>
    </dgm:pt>
    <dgm:pt modelId="{0B18C878-3B6C-4D7F-BEF7-76DBE2C270C7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Заполнить форму</a:t>
          </a:r>
        </a:p>
      </dgm:t>
    </dgm:pt>
    <dgm:pt modelId="{2D4279E1-AE0A-4D70-A253-B206767DD10F}" type="parTrans" cxnId="{8FD0ACD4-F22D-45A9-9439-D63C65E3C854}">
      <dgm:prSet/>
      <dgm:spPr/>
      <dgm:t>
        <a:bodyPr/>
        <a:lstStyle/>
        <a:p>
          <a:endParaRPr lang="ru-RU"/>
        </a:p>
      </dgm:t>
    </dgm:pt>
    <dgm:pt modelId="{35E8236F-1CD5-4CA4-93BC-9A250DD314EB}" type="sibTrans" cxnId="{8FD0ACD4-F22D-45A9-9439-D63C65E3C854}">
      <dgm:prSet/>
      <dgm:spPr/>
      <dgm:t>
        <a:bodyPr/>
        <a:lstStyle/>
        <a:p>
          <a:endParaRPr lang="ru-RU"/>
        </a:p>
      </dgm:t>
    </dgm:pt>
    <dgm:pt modelId="{F65B38DF-DB6D-4194-A75C-D8973D7E9CF7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ru-RU" dirty="0"/>
            <a:t>Оплатить </a:t>
          </a:r>
        </a:p>
      </dgm:t>
    </dgm:pt>
    <dgm:pt modelId="{F1B20B46-40A4-4DF6-9981-94C1BEA2891E}" type="parTrans" cxnId="{16906F3E-459D-425B-A1EB-DFE6FF9DD2ED}">
      <dgm:prSet/>
      <dgm:spPr/>
      <dgm:t>
        <a:bodyPr/>
        <a:lstStyle/>
        <a:p>
          <a:endParaRPr lang="ru-RU"/>
        </a:p>
      </dgm:t>
    </dgm:pt>
    <dgm:pt modelId="{3ECDAE71-920C-4168-A0F9-33056815C77D}" type="sibTrans" cxnId="{16906F3E-459D-425B-A1EB-DFE6FF9DD2ED}">
      <dgm:prSet/>
      <dgm:spPr/>
      <dgm:t>
        <a:bodyPr/>
        <a:lstStyle/>
        <a:p>
          <a:endParaRPr lang="ru-RU"/>
        </a:p>
      </dgm:t>
    </dgm:pt>
    <dgm:pt modelId="{2D44B0F0-AC85-47CA-9B48-695AA27AEFEF}" type="pres">
      <dgm:prSet presAssocID="{B5E0BEE9-19D4-49FF-850D-9E8C3EA60201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220D1D54-0AAA-4058-BAAF-45D51500754C}" type="pres">
      <dgm:prSet presAssocID="{FCF84A99-202C-4BE3-9A39-DA377B165F77}" presName="Accent5" presStyleCnt="0"/>
      <dgm:spPr/>
    </dgm:pt>
    <dgm:pt modelId="{1253DB4A-DA9D-4C4E-90BB-DC0A660C649B}" type="pres">
      <dgm:prSet presAssocID="{FCF84A99-202C-4BE3-9A39-DA377B165F77}" presName="Accent" presStyleLbl="node1" presStyleIdx="0" presStyleCnt="5"/>
      <dgm:spPr/>
    </dgm:pt>
    <dgm:pt modelId="{C526A40B-271E-4909-AAAE-298E4CFEB140}" type="pres">
      <dgm:prSet presAssocID="{FCF84A99-202C-4BE3-9A39-DA377B165F77}" presName="ParentBackground5" presStyleCnt="0"/>
      <dgm:spPr/>
    </dgm:pt>
    <dgm:pt modelId="{E2B96141-55AD-49E3-BA95-76420FD1E732}" type="pres">
      <dgm:prSet presAssocID="{FCF84A99-202C-4BE3-9A39-DA377B165F77}" presName="ParentBackground" presStyleLbl="fgAcc1" presStyleIdx="0" presStyleCnt="5"/>
      <dgm:spPr/>
    </dgm:pt>
    <dgm:pt modelId="{E08E9AF0-2477-4FA9-B4C2-94220DC91792}" type="pres">
      <dgm:prSet presAssocID="{FCF84A99-202C-4BE3-9A39-DA377B165F77}" presName="Child5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708DECEA-14DE-47AD-9238-C6D47408C93C}" type="pres">
      <dgm:prSet presAssocID="{FCF84A99-202C-4BE3-9A39-DA377B165F77}" presName="Parent5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5F18EB4B-3F76-4598-9595-C3B5639F1F1D}" type="pres">
      <dgm:prSet presAssocID="{96C3D9A8-371E-46FB-A39D-20C8124B99E8}" presName="Accent4" presStyleCnt="0"/>
      <dgm:spPr/>
    </dgm:pt>
    <dgm:pt modelId="{CEAC29B9-BB0D-4287-BB30-97597A7C9FF3}" type="pres">
      <dgm:prSet presAssocID="{96C3D9A8-371E-46FB-A39D-20C8124B99E8}" presName="Accent" presStyleLbl="node1" presStyleIdx="1" presStyleCnt="5"/>
      <dgm:spPr/>
    </dgm:pt>
    <dgm:pt modelId="{CC973CF1-553B-45AC-8AC3-26D2ABCC1A7E}" type="pres">
      <dgm:prSet presAssocID="{96C3D9A8-371E-46FB-A39D-20C8124B99E8}" presName="ParentBackground4" presStyleCnt="0"/>
      <dgm:spPr/>
    </dgm:pt>
    <dgm:pt modelId="{F001EFBD-8022-45C6-8AFB-503A49FE4033}" type="pres">
      <dgm:prSet presAssocID="{96C3D9A8-371E-46FB-A39D-20C8124B99E8}" presName="ParentBackground" presStyleLbl="fgAcc1" presStyleIdx="1" presStyleCnt="5"/>
      <dgm:spPr/>
    </dgm:pt>
    <dgm:pt modelId="{9D6BA177-14EE-4ACB-BF6B-619D8FB84518}" type="pres">
      <dgm:prSet presAssocID="{96C3D9A8-371E-46FB-A39D-20C8124B99E8}" presName="Child4" presStyleLbl="revTx" presStyleIdx="1" presStyleCnt="5">
        <dgm:presLayoutVars>
          <dgm:chMax val="0"/>
          <dgm:chPref val="0"/>
          <dgm:bulletEnabled val="1"/>
        </dgm:presLayoutVars>
      </dgm:prSet>
      <dgm:spPr/>
    </dgm:pt>
    <dgm:pt modelId="{1C9B0420-546D-4059-AC28-D12E6790DD5D}" type="pres">
      <dgm:prSet presAssocID="{96C3D9A8-371E-46FB-A39D-20C8124B99E8}" presName="Parent4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DC8C1E4F-83C6-4CB4-90B2-16048D8A0A7D}" type="pres">
      <dgm:prSet presAssocID="{F908D701-0959-447C-A48A-23570A34EB20}" presName="Accent3" presStyleCnt="0"/>
      <dgm:spPr/>
    </dgm:pt>
    <dgm:pt modelId="{AEDD0370-768D-4D69-8BBC-28D2D92D68AD}" type="pres">
      <dgm:prSet presAssocID="{F908D701-0959-447C-A48A-23570A34EB20}" presName="Accent" presStyleLbl="node1" presStyleIdx="2" presStyleCnt="5"/>
      <dgm:spPr/>
    </dgm:pt>
    <dgm:pt modelId="{4895F8B2-CCA5-47BE-9BF3-FFE08A51D036}" type="pres">
      <dgm:prSet presAssocID="{F908D701-0959-447C-A48A-23570A34EB20}" presName="ParentBackground3" presStyleCnt="0"/>
      <dgm:spPr/>
    </dgm:pt>
    <dgm:pt modelId="{4A5F533B-F822-47DD-8E10-0985A51D0DFE}" type="pres">
      <dgm:prSet presAssocID="{F908D701-0959-447C-A48A-23570A34EB20}" presName="ParentBackground" presStyleLbl="fgAcc1" presStyleIdx="2" presStyleCnt="5"/>
      <dgm:spPr/>
    </dgm:pt>
    <dgm:pt modelId="{B6AA79FF-F809-419A-AA8A-5B40BF6207E5}" type="pres">
      <dgm:prSet presAssocID="{F908D701-0959-447C-A48A-23570A34EB20}" presName="Child3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CCAD776B-FA19-448A-8BD2-DE3A3C43882C}" type="pres">
      <dgm:prSet presAssocID="{F908D701-0959-447C-A48A-23570A34EB20}" presName="Parent3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4B1FB5D3-03E2-4738-BA84-336195D6247E}" type="pres">
      <dgm:prSet presAssocID="{A3674830-7703-44AB-B00C-E35CA7AAABA0}" presName="Accent2" presStyleCnt="0"/>
      <dgm:spPr/>
    </dgm:pt>
    <dgm:pt modelId="{F4A96019-D208-464F-874B-A4677AD317CB}" type="pres">
      <dgm:prSet presAssocID="{A3674830-7703-44AB-B00C-E35CA7AAABA0}" presName="Accent" presStyleLbl="node1" presStyleIdx="3" presStyleCnt="5"/>
      <dgm:spPr/>
    </dgm:pt>
    <dgm:pt modelId="{9BD3745E-754E-4CAD-89D0-B7BBAE9B059A}" type="pres">
      <dgm:prSet presAssocID="{A3674830-7703-44AB-B00C-E35CA7AAABA0}" presName="ParentBackground2" presStyleCnt="0"/>
      <dgm:spPr/>
    </dgm:pt>
    <dgm:pt modelId="{80AD5DDE-1158-4CA8-95C2-C7A1AE061145}" type="pres">
      <dgm:prSet presAssocID="{A3674830-7703-44AB-B00C-E35CA7AAABA0}" presName="ParentBackground" presStyleLbl="fgAcc1" presStyleIdx="3" presStyleCnt="5"/>
      <dgm:spPr/>
    </dgm:pt>
    <dgm:pt modelId="{7498F9F4-E84A-42CA-ABC6-28D19B4AE97B}" type="pres">
      <dgm:prSet presAssocID="{A3674830-7703-44AB-B00C-E35CA7AAABA0}" presName="Child2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FF661FA1-C766-4B65-AE40-611552B1AA89}" type="pres">
      <dgm:prSet presAssocID="{A3674830-7703-44AB-B00C-E35CA7AAABA0}" presName="Parent2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A564813F-17A5-4DEE-B1FF-C53A5601B1DC}" type="pres">
      <dgm:prSet presAssocID="{2CF28E65-C7BC-4240-81C2-C1ADD60336CD}" presName="Accent1" presStyleCnt="0"/>
      <dgm:spPr/>
    </dgm:pt>
    <dgm:pt modelId="{01D1D267-D902-4B77-BC07-F5F445B0E0C9}" type="pres">
      <dgm:prSet presAssocID="{2CF28E65-C7BC-4240-81C2-C1ADD60336CD}" presName="Accent" presStyleLbl="node1" presStyleIdx="4" presStyleCnt="5"/>
      <dgm:spPr/>
    </dgm:pt>
    <dgm:pt modelId="{B4E5E75E-F438-4B19-A21B-E3D156A097A6}" type="pres">
      <dgm:prSet presAssocID="{2CF28E65-C7BC-4240-81C2-C1ADD60336CD}" presName="ParentBackground1" presStyleCnt="0"/>
      <dgm:spPr/>
    </dgm:pt>
    <dgm:pt modelId="{45BABF3F-D6BE-41A8-B663-B65F6565DF4B}" type="pres">
      <dgm:prSet presAssocID="{2CF28E65-C7BC-4240-81C2-C1ADD60336CD}" presName="ParentBackground" presStyleLbl="fgAcc1" presStyleIdx="4" presStyleCnt="5"/>
      <dgm:spPr/>
    </dgm:pt>
    <dgm:pt modelId="{92B7F28B-F4EF-47AF-BDA1-3428387C5731}" type="pres">
      <dgm:prSet presAssocID="{2CF28E65-C7BC-4240-81C2-C1ADD60336CD}" presName="Child1" presStyleLbl="revTx" presStyleIdx="4" presStyleCnt="5">
        <dgm:presLayoutVars>
          <dgm:chMax val="0"/>
          <dgm:chPref val="0"/>
          <dgm:bulletEnabled val="1"/>
        </dgm:presLayoutVars>
      </dgm:prSet>
      <dgm:spPr/>
    </dgm:pt>
    <dgm:pt modelId="{EFDC1927-719E-418D-9367-9C0194768253}" type="pres">
      <dgm:prSet presAssocID="{2CF28E65-C7BC-4240-81C2-C1ADD60336CD}" presName="Parent1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F1B17B00-900F-4B86-98B9-E589D0783477}" srcId="{B5E0BEE9-19D4-49FF-850D-9E8C3EA60201}" destId="{F908D701-0959-447C-A48A-23570A34EB20}" srcOrd="2" destOrd="0" parTransId="{3C4BD0DF-A36B-4A94-B741-0B7F40C04A8F}" sibTransId="{25A6163D-6FAC-43D7-9D2C-F92FB003CEEB}"/>
    <dgm:cxn modelId="{82448300-6E8F-49B4-BA51-05CB4EC203FB}" type="presOf" srcId="{96C3D9A8-371E-46FB-A39D-20C8124B99E8}" destId="{1C9B0420-546D-4059-AC28-D12E6790DD5D}" srcOrd="1" destOrd="0" presId="urn:microsoft.com/office/officeart/2011/layout/CircleProcess"/>
    <dgm:cxn modelId="{AFC5DC01-7C4C-46CE-8D5A-D60722CF4C69}" type="presOf" srcId="{EC87FB45-F42D-42DB-8153-1C4C1E1C2D66}" destId="{7498F9F4-E84A-42CA-ABC6-28D19B4AE97B}" srcOrd="0" destOrd="0" presId="urn:microsoft.com/office/officeart/2011/layout/CircleProcess"/>
    <dgm:cxn modelId="{5A1CEB01-78CD-496B-95C9-F50F5C6E5BFD}" srcId="{96C3D9A8-371E-46FB-A39D-20C8124B99E8}" destId="{3A42AA3F-AEEE-4EE4-8C7F-17173E1EA8A8}" srcOrd="1" destOrd="0" parTransId="{DDB3DA70-1778-456B-843E-E4BA99496870}" sibTransId="{ECCEA65E-2B18-44EC-80FD-BFC8A35EDEEA}"/>
    <dgm:cxn modelId="{FE148F04-7C34-48E1-8395-0A3F4ADE2FFD}" srcId="{B5E0BEE9-19D4-49FF-850D-9E8C3EA60201}" destId="{2CF28E65-C7BC-4240-81C2-C1ADD60336CD}" srcOrd="0" destOrd="0" parTransId="{31E49C15-99FA-4F1A-8BE6-F7A54A56F50A}" sibTransId="{ABDB2917-4B56-4501-B780-CF5B4BA23313}"/>
    <dgm:cxn modelId="{942CAD04-6CCA-4A80-8C17-EBC5F41605BF}" type="presOf" srcId="{A3674830-7703-44AB-B00C-E35CA7AAABA0}" destId="{FF661FA1-C766-4B65-AE40-611552B1AA89}" srcOrd="1" destOrd="0" presId="urn:microsoft.com/office/officeart/2011/layout/CircleProcess"/>
    <dgm:cxn modelId="{7C371010-B1BD-4652-B7C5-C1FB920412CF}" type="presOf" srcId="{1D1B85D6-2AA6-47E7-B8CE-B6E768B84D80}" destId="{E08E9AF0-2477-4FA9-B4C2-94220DC91792}" srcOrd="0" destOrd="0" presId="urn:microsoft.com/office/officeart/2011/layout/CircleProcess"/>
    <dgm:cxn modelId="{14B2C816-D7D6-46F7-89D4-96D20CFB1363}" type="presOf" srcId="{FCF84A99-202C-4BE3-9A39-DA377B165F77}" destId="{E2B96141-55AD-49E3-BA95-76420FD1E732}" srcOrd="0" destOrd="0" presId="urn:microsoft.com/office/officeart/2011/layout/CircleProcess"/>
    <dgm:cxn modelId="{8746D424-867C-416F-895E-2F5FEF2208A1}" srcId="{FCF84A99-202C-4BE3-9A39-DA377B165F77}" destId="{1D1B85D6-2AA6-47E7-B8CE-B6E768B84D80}" srcOrd="0" destOrd="0" parTransId="{2981C00A-E664-43BA-80EE-5D1F39EBCFA3}" sibTransId="{2ECE8D40-D1AD-4EE7-8634-9A798FE7B58E}"/>
    <dgm:cxn modelId="{8B4B5426-5B8A-4DF0-BB7C-18040F4350F0}" type="presOf" srcId="{5237E6FD-CDA6-44FA-B065-88E1CF3629DD}" destId="{9D6BA177-14EE-4ACB-BF6B-619D8FB84518}" srcOrd="0" destOrd="0" presId="urn:microsoft.com/office/officeart/2011/layout/CircleProcess"/>
    <dgm:cxn modelId="{025DAD2F-0901-432E-86C7-13CDA4D8DF87}" srcId="{96C3D9A8-371E-46FB-A39D-20C8124B99E8}" destId="{5237E6FD-CDA6-44FA-B065-88E1CF3629DD}" srcOrd="0" destOrd="0" parTransId="{C8EB9183-C5A4-4C95-A387-AA0FB39A313B}" sibTransId="{BAD3837F-79FF-4BF9-B696-AAE65EE05B9C}"/>
    <dgm:cxn modelId="{6E885034-77D0-435E-B5F3-0CB36101F898}" type="presOf" srcId="{F928A3E3-147F-4890-99D8-3B24BC373E70}" destId="{92B7F28B-F4EF-47AF-BDA1-3428387C5731}" srcOrd="0" destOrd="1" presId="urn:microsoft.com/office/officeart/2011/layout/CircleProcess"/>
    <dgm:cxn modelId="{16906F3E-459D-425B-A1EB-DFE6FF9DD2ED}" srcId="{F908D701-0959-447C-A48A-23570A34EB20}" destId="{F65B38DF-DB6D-4194-A75C-D8973D7E9CF7}" srcOrd="1" destOrd="0" parTransId="{F1B20B46-40A4-4DF6-9981-94C1BEA2891E}" sibTransId="{3ECDAE71-920C-4168-A0F9-33056815C77D}"/>
    <dgm:cxn modelId="{B918BE3E-A19A-43FD-8C6A-D2D0FD44BCDE}" type="presOf" srcId="{F908D701-0959-447C-A48A-23570A34EB20}" destId="{4A5F533B-F822-47DD-8E10-0985A51D0DFE}" srcOrd="0" destOrd="0" presId="urn:microsoft.com/office/officeart/2011/layout/CircleProcess"/>
    <dgm:cxn modelId="{5743F240-E312-463E-9E2B-71F55422BD48}" type="presOf" srcId="{B5E0BEE9-19D4-49FF-850D-9E8C3EA60201}" destId="{2D44B0F0-AC85-47CA-9B48-695AA27AEFEF}" srcOrd="0" destOrd="0" presId="urn:microsoft.com/office/officeart/2011/layout/CircleProcess"/>
    <dgm:cxn modelId="{14787166-CAC8-4B9C-B185-5DEEECEAA91C}" type="presOf" srcId="{3A42AA3F-AEEE-4EE4-8C7F-17173E1EA8A8}" destId="{9D6BA177-14EE-4ACB-BF6B-619D8FB84518}" srcOrd="0" destOrd="1" presId="urn:microsoft.com/office/officeart/2011/layout/CircleProcess"/>
    <dgm:cxn modelId="{6AB0206E-40E4-4020-8213-5BD933C1D988}" srcId="{A3674830-7703-44AB-B00C-E35CA7AAABA0}" destId="{A8172294-E2A7-460C-88E4-93E3B3CF070B}" srcOrd="1" destOrd="0" parTransId="{4B342045-BDA2-4BB2-9C98-7A8BCA37E457}" sibTransId="{DA9E4449-832B-4BB1-9C0C-1BB8B5D9FEA7}"/>
    <dgm:cxn modelId="{8D7F834E-27E8-43B7-ABB5-D0BB95BC82A1}" srcId="{2CF28E65-C7BC-4240-81C2-C1ADD60336CD}" destId="{03B1B88E-045B-4D1B-9835-4806901AC9F3}" srcOrd="0" destOrd="0" parTransId="{88D4913E-0484-4CE9-A45C-2DB6E9BAC56B}" sibTransId="{98AE1F46-6182-4015-8B7F-1520167E79C8}"/>
    <dgm:cxn modelId="{581F4375-C1A7-4C35-ACC1-24B136CFED1A}" type="presOf" srcId="{2CF28E65-C7BC-4240-81C2-C1ADD60336CD}" destId="{45BABF3F-D6BE-41A8-B663-B65F6565DF4B}" srcOrd="0" destOrd="0" presId="urn:microsoft.com/office/officeart/2011/layout/CircleProcess"/>
    <dgm:cxn modelId="{BF7EE47F-EED0-4502-BD56-D996D3A1BC6A}" srcId="{A3674830-7703-44AB-B00C-E35CA7AAABA0}" destId="{EC87FB45-F42D-42DB-8153-1C4C1E1C2D66}" srcOrd="0" destOrd="0" parTransId="{CD6DA9B6-0BB3-4FF1-A680-94173F6DA089}" sibTransId="{CA3CBA38-6602-4D72-ADAB-0F786566D2D7}"/>
    <dgm:cxn modelId="{8FC47081-4AED-439D-8F06-62F93E0092CC}" srcId="{B5E0BEE9-19D4-49FF-850D-9E8C3EA60201}" destId="{FCF84A99-202C-4BE3-9A39-DA377B165F77}" srcOrd="4" destOrd="0" parTransId="{0924457C-6FC8-47A5-AC52-EE87757F21BA}" sibTransId="{03156FE4-B33C-4CF0-92AE-1B75E4573FF6}"/>
    <dgm:cxn modelId="{F852ED85-74E4-4028-8AAA-D63F2CB3C997}" type="presOf" srcId="{F65B38DF-DB6D-4194-A75C-D8973D7E9CF7}" destId="{B6AA79FF-F809-419A-AA8A-5B40BF6207E5}" srcOrd="0" destOrd="1" presId="urn:microsoft.com/office/officeart/2011/layout/CircleProcess"/>
    <dgm:cxn modelId="{2E13EB88-6AA1-4A45-B42D-19F61B83B154}" type="presOf" srcId="{24DD4868-FA0A-40E2-9956-BCDC85FEB2F5}" destId="{E08E9AF0-2477-4FA9-B4C2-94220DC91792}" srcOrd="0" destOrd="1" presId="urn:microsoft.com/office/officeart/2011/layout/CircleProcess"/>
    <dgm:cxn modelId="{4EC5058F-3E7A-4EC1-ABC9-72DC7C43B366}" type="presOf" srcId="{2CF28E65-C7BC-4240-81C2-C1ADD60336CD}" destId="{EFDC1927-719E-418D-9367-9C0194768253}" srcOrd="1" destOrd="0" presId="urn:microsoft.com/office/officeart/2011/layout/CircleProcess"/>
    <dgm:cxn modelId="{5D9BD597-390A-4297-92CC-D1CF92103091}" type="presOf" srcId="{A8172294-E2A7-460C-88E4-93E3B3CF070B}" destId="{7498F9F4-E84A-42CA-ABC6-28D19B4AE97B}" srcOrd="0" destOrd="1" presId="urn:microsoft.com/office/officeart/2011/layout/CircleProcess"/>
    <dgm:cxn modelId="{94C074B1-BB2B-48B2-A8F6-354744A512B2}" srcId="{B5E0BEE9-19D4-49FF-850D-9E8C3EA60201}" destId="{96C3D9A8-371E-46FB-A39D-20C8124B99E8}" srcOrd="3" destOrd="0" parTransId="{A1567AB2-7ACA-4EA9-AAB3-86BBC8E2065F}" sibTransId="{36A6773C-1F98-4830-A115-377FFE51C52D}"/>
    <dgm:cxn modelId="{A782C8B5-69A6-4D33-90C8-3719AB3B0248}" srcId="{FCF84A99-202C-4BE3-9A39-DA377B165F77}" destId="{24DD4868-FA0A-40E2-9956-BCDC85FEB2F5}" srcOrd="1" destOrd="0" parTransId="{5CE9F9E7-4734-43C4-9D04-912D9335D939}" sibTransId="{3D6EE1B6-8A3C-49B4-A785-3E85F261E28B}"/>
    <dgm:cxn modelId="{6B4F42BE-CF43-4B15-B78F-D0A2BE20EF0A}" type="presOf" srcId="{96C3D9A8-371E-46FB-A39D-20C8124B99E8}" destId="{F001EFBD-8022-45C6-8AFB-503A49FE4033}" srcOrd="0" destOrd="0" presId="urn:microsoft.com/office/officeart/2011/layout/CircleProcess"/>
    <dgm:cxn modelId="{C10CB2C0-8566-4B15-9221-76550EA26CF3}" type="presOf" srcId="{FCF84A99-202C-4BE3-9A39-DA377B165F77}" destId="{708DECEA-14DE-47AD-9238-C6D47408C93C}" srcOrd="1" destOrd="0" presId="urn:microsoft.com/office/officeart/2011/layout/CircleProcess"/>
    <dgm:cxn modelId="{05E1A3C9-F6DB-4044-95DE-22F31597DA35}" type="presOf" srcId="{A3674830-7703-44AB-B00C-E35CA7AAABA0}" destId="{80AD5DDE-1158-4CA8-95C2-C7A1AE061145}" srcOrd="0" destOrd="0" presId="urn:microsoft.com/office/officeart/2011/layout/CircleProcess"/>
    <dgm:cxn modelId="{8FD0ACD4-F22D-45A9-9439-D63C65E3C854}" srcId="{F908D701-0959-447C-A48A-23570A34EB20}" destId="{0B18C878-3B6C-4D7F-BEF7-76DBE2C270C7}" srcOrd="0" destOrd="0" parTransId="{2D4279E1-AE0A-4D70-A253-B206767DD10F}" sibTransId="{35E8236F-1CD5-4CA4-93BC-9A250DD314EB}"/>
    <dgm:cxn modelId="{FF5F08DC-11AD-4E90-842C-C64F2357B327}" srcId="{B5E0BEE9-19D4-49FF-850D-9E8C3EA60201}" destId="{A3674830-7703-44AB-B00C-E35CA7AAABA0}" srcOrd="1" destOrd="0" parTransId="{AE499EB9-6EDB-45B9-B9BD-B1FDAAD91892}" sibTransId="{48D8D5BA-F75C-4D0E-ABF3-4CBC577323B3}"/>
    <dgm:cxn modelId="{075A6FDC-658D-4B25-8A8D-70F14983C868}" type="presOf" srcId="{0B18C878-3B6C-4D7F-BEF7-76DBE2C270C7}" destId="{B6AA79FF-F809-419A-AA8A-5B40BF6207E5}" srcOrd="0" destOrd="0" presId="urn:microsoft.com/office/officeart/2011/layout/CircleProcess"/>
    <dgm:cxn modelId="{3D6892F2-3BB1-48F5-88F5-04696EBA8725}" srcId="{2CF28E65-C7BC-4240-81C2-C1ADD60336CD}" destId="{F928A3E3-147F-4890-99D8-3B24BC373E70}" srcOrd="1" destOrd="0" parTransId="{6507A58A-1AA5-47DA-9E84-07B1D8D6A600}" sibTransId="{8EEADA32-3688-458F-A9CE-18786E4A6289}"/>
    <dgm:cxn modelId="{22360DF9-CED5-4400-A7C7-6807D7195C78}" type="presOf" srcId="{03B1B88E-045B-4D1B-9835-4806901AC9F3}" destId="{92B7F28B-F4EF-47AF-BDA1-3428387C5731}" srcOrd="0" destOrd="0" presId="urn:microsoft.com/office/officeart/2011/layout/CircleProcess"/>
    <dgm:cxn modelId="{5E8379FC-570D-4432-B806-F5CD174BD9F7}" type="presOf" srcId="{F908D701-0959-447C-A48A-23570A34EB20}" destId="{CCAD776B-FA19-448A-8BD2-DE3A3C43882C}" srcOrd="1" destOrd="0" presId="urn:microsoft.com/office/officeart/2011/layout/CircleProcess"/>
    <dgm:cxn modelId="{CD4C7DAA-7AE8-455A-9AEC-CEC02351A10C}" type="presParOf" srcId="{2D44B0F0-AC85-47CA-9B48-695AA27AEFEF}" destId="{220D1D54-0AAA-4058-BAAF-45D51500754C}" srcOrd="0" destOrd="0" presId="urn:microsoft.com/office/officeart/2011/layout/CircleProcess"/>
    <dgm:cxn modelId="{863AA5E2-E817-47EA-B1BC-D37FBECDF120}" type="presParOf" srcId="{220D1D54-0AAA-4058-BAAF-45D51500754C}" destId="{1253DB4A-DA9D-4C4E-90BB-DC0A660C649B}" srcOrd="0" destOrd="0" presId="urn:microsoft.com/office/officeart/2011/layout/CircleProcess"/>
    <dgm:cxn modelId="{7885219B-ADF1-4C0A-A366-C6A0C206C124}" type="presParOf" srcId="{2D44B0F0-AC85-47CA-9B48-695AA27AEFEF}" destId="{C526A40B-271E-4909-AAAE-298E4CFEB140}" srcOrd="1" destOrd="0" presId="urn:microsoft.com/office/officeart/2011/layout/CircleProcess"/>
    <dgm:cxn modelId="{57D730E7-F660-4385-9C78-52A9AE88A32D}" type="presParOf" srcId="{C526A40B-271E-4909-AAAE-298E4CFEB140}" destId="{E2B96141-55AD-49E3-BA95-76420FD1E732}" srcOrd="0" destOrd="0" presId="urn:microsoft.com/office/officeart/2011/layout/CircleProcess"/>
    <dgm:cxn modelId="{EA0F1BFF-917C-48AA-AFA1-83F849D0C4D2}" type="presParOf" srcId="{2D44B0F0-AC85-47CA-9B48-695AA27AEFEF}" destId="{E08E9AF0-2477-4FA9-B4C2-94220DC91792}" srcOrd="2" destOrd="0" presId="urn:microsoft.com/office/officeart/2011/layout/CircleProcess"/>
    <dgm:cxn modelId="{C382B5F3-A3E6-4601-9C53-0A17764F7B25}" type="presParOf" srcId="{2D44B0F0-AC85-47CA-9B48-695AA27AEFEF}" destId="{708DECEA-14DE-47AD-9238-C6D47408C93C}" srcOrd="3" destOrd="0" presId="urn:microsoft.com/office/officeart/2011/layout/CircleProcess"/>
    <dgm:cxn modelId="{2D12FD30-B8DE-43FD-8986-B75063DE5718}" type="presParOf" srcId="{2D44B0F0-AC85-47CA-9B48-695AA27AEFEF}" destId="{5F18EB4B-3F76-4598-9595-C3B5639F1F1D}" srcOrd="4" destOrd="0" presId="urn:microsoft.com/office/officeart/2011/layout/CircleProcess"/>
    <dgm:cxn modelId="{7B1BFA1B-FBEF-4B0C-8531-5A64F4D8B9DC}" type="presParOf" srcId="{5F18EB4B-3F76-4598-9595-C3B5639F1F1D}" destId="{CEAC29B9-BB0D-4287-BB30-97597A7C9FF3}" srcOrd="0" destOrd="0" presId="urn:microsoft.com/office/officeart/2011/layout/CircleProcess"/>
    <dgm:cxn modelId="{A6C5CC81-0799-4253-ACD1-8F33126C5F27}" type="presParOf" srcId="{2D44B0F0-AC85-47CA-9B48-695AA27AEFEF}" destId="{CC973CF1-553B-45AC-8AC3-26D2ABCC1A7E}" srcOrd="5" destOrd="0" presId="urn:microsoft.com/office/officeart/2011/layout/CircleProcess"/>
    <dgm:cxn modelId="{C6CE4286-38A4-459B-A31C-41052907B39F}" type="presParOf" srcId="{CC973CF1-553B-45AC-8AC3-26D2ABCC1A7E}" destId="{F001EFBD-8022-45C6-8AFB-503A49FE4033}" srcOrd="0" destOrd="0" presId="urn:microsoft.com/office/officeart/2011/layout/CircleProcess"/>
    <dgm:cxn modelId="{603C3931-C291-4C23-AA6C-D19C7A7398A4}" type="presParOf" srcId="{2D44B0F0-AC85-47CA-9B48-695AA27AEFEF}" destId="{9D6BA177-14EE-4ACB-BF6B-619D8FB84518}" srcOrd="6" destOrd="0" presId="urn:microsoft.com/office/officeart/2011/layout/CircleProcess"/>
    <dgm:cxn modelId="{39150053-56EA-4FFF-BB79-E8583F2C3AD1}" type="presParOf" srcId="{2D44B0F0-AC85-47CA-9B48-695AA27AEFEF}" destId="{1C9B0420-546D-4059-AC28-D12E6790DD5D}" srcOrd="7" destOrd="0" presId="urn:microsoft.com/office/officeart/2011/layout/CircleProcess"/>
    <dgm:cxn modelId="{565B55FC-B153-4F79-9B6B-AB431FFAA05B}" type="presParOf" srcId="{2D44B0F0-AC85-47CA-9B48-695AA27AEFEF}" destId="{DC8C1E4F-83C6-4CB4-90B2-16048D8A0A7D}" srcOrd="8" destOrd="0" presId="urn:microsoft.com/office/officeart/2011/layout/CircleProcess"/>
    <dgm:cxn modelId="{64154DE6-50FC-4D1F-BFB6-80250CA0E5C0}" type="presParOf" srcId="{DC8C1E4F-83C6-4CB4-90B2-16048D8A0A7D}" destId="{AEDD0370-768D-4D69-8BBC-28D2D92D68AD}" srcOrd="0" destOrd="0" presId="urn:microsoft.com/office/officeart/2011/layout/CircleProcess"/>
    <dgm:cxn modelId="{611CA698-C8C1-4E21-A9C6-240AD1AA147A}" type="presParOf" srcId="{2D44B0F0-AC85-47CA-9B48-695AA27AEFEF}" destId="{4895F8B2-CCA5-47BE-9BF3-FFE08A51D036}" srcOrd="9" destOrd="0" presId="urn:microsoft.com/office/officeart/2011/layout/CircleProcess"/>
    <dgm:cxn modelId="{E2E2732F-39F4-4050-B496-5C3BB8AD3533}" type="presParOf" srcId="{4895F8B2-CCA5-47BE-9BF3-FFE08A51D036}" destId="{4A5F533B-F822-47DD-8E10-0985A51D0DFE}" srcOrd="0" destOrd="0" presId="urn:microsoft.com/office/officeart/2011/layout/CircleProcess"/>
    <dgm:cxn modelId="{2CAE4993-E7C8-48D0-BB59-D0B942932777}" type="presParOf" srcId="{2D44B0F0-AC85-47CA-9B48-695AA27AEFEF}" destId="{B6AA79FF-F809-419A-AA8A-5B40BF6207E5}" srcOrd="10" destOrd="0" presId="urn:microsoft.com/office/officeart/2011/layout/CircleProcess"/>
    <dgm:cxn modelId="{9DEEFCBC-4B69-4B6B-A67D-E619163DFD37}" type="presParOf" srcId="{2D44B0F0-AC85-47CA-9B48-695AA27AEFEF}" destId="{CCAD776B-FA19-448A-8BD2-DE3A3C43882C}" srcOrd="11" destOrd="0" presId="urn:microsoft.com/office/officeart/2011/layout/CircleProcess"/>
    <dgm:cxn modelId="{EDDCB0D9-94D1-40C4-AF4C-F70A44B0C4F4}" type="presParOf" srcId="{2D44B0F0-AC85-47CA-9B48-695AA27AEFEF}" destId="{4B1FB5D3-03E2-4738-BA84-336195D6247E}" srcOrd="12" destOrd="0" presId="urn:microsoft.com/office/officeart/2011/layout/CircleProcess"/>
    <dgm:cxn modelId="{C4FCF397-C753-460E-A01D-642AC78E00A6}" type="presParOf" srcId="{4B1FB5D3-03E2-4738-BA84-336195D6247E}" destId="{F4A96019-D208-464F-874B-A4677AD317CB}" srcOrd="0" destOrd="0" presId="urn:microsoft.com/office/officeart/2011/layout/CircleProcess"/>
    <dgm:cxn modelId="{EBB9C056-9517-4FA1-9C8F-C3E6D590EADB}" type="presParOf" srcId="{2D44B0F0-AC85-47CA-9B48-695AA27AEFEF}" destId="{9BD3745E-754E-4CAD-89D0-B7BBAE9B059A}" srcOrd="13" destOrd="0" presId="urn:microsoft.com/office/officeart/2011/layout/CircleProcess"/>
    <dgm:cxn modelId="{F9BF7D36-7C3E-4201-BED7-388B2A470C60}" type="presParOf" srcId="{9BD3745E-754E-4CAD-89D0-B7BBAE9B059A}" destId="{80AD5DDE-1158-4CA8-95C2-C7A1AE061145}" srcOrd="0" destOrd="0" presId="urn:microsoft.com/office/officeart/2011/layout/CircleProcess"/>
    <dgm:cxn modelId="{4B8735F3-B40B-4D7A-9B7D-EB3FEAD804B2}" type="presParOf" srcId="{2D44B0F0-AC85-47CA-9B48-695AA27AEFEF}" destId="{7498F9F4-E84A-42CA-ABC6-28D19B4AE97B}" srcOrd="14" destOrd="0" presId="urn:microsoft.com/office/officeart/2011/layout/CircleProcess"/>
    <dgm:cxn modelId="{CD60BD8C-E7DC-45AF-A24A-EF52C6AF61F2}" type="presParOf" srcId="{2D44B0F0-AC85-47CA-9B48-695AA27AEFEF}" destId="{FF661FA1-C766-4B65-AE40-611552B1AA89}" srcOrd="15" destOrd="0" presId="urn:microsoft.com/office/officeart/2011/layout/CircleProcess"/>
    <dgm:cxn modelId="{788BA7DA-4681-45E3-BDC5-45E2E0DA26C9}" type="presParOf" srcId="{2D44B0F0-AC85-47CA-9B48-695AA27AEFEF}" destId="{A564813F-17A5-4DEE-B1FF-C53A5601B1DC}" srcOrd="16" destOrd="0" presId="urn:microsoft.com/office/officeart/2011/layout/CircleProcess"/>
    <dgm:cxn modelId="{99FD9089-566A-40A8-A65C-84602850CB6D}" type="presParOf" srcId="{A564813F-17A5-4DEE-B1FF-C53A5601B1DC}" destId="{01D1D267-D902-4B77-BC07-F5F445B0E0C9}" srcOrd="0" destOrd="0" presId="urn:microsoft.com/office/officeart/2011/layout/CircleProcess"/>
    <dgm:cxn modelId="{7F311A13-9D8E-4BA9-A46F-6A2603DB9C6A}" type="presParOf" srcId="{2D44B0F0-AC85-47CA-9B48-695AA27AEFEF}" destId="{B4E5E75E-F438-4B19-A21B-E3D156A097A6}" srcOrd="17" destOrd="0" presId="urn:microsoft.com/office/officeart/2011/layout/CircleProcess"/>
    <dgm:cxn modelId="{7F72E7A6-E501-4C27-A992-319BB309D2B4}" type="presParOf" srcId="{B4E5E75E-F438-4B19-A21B-E3D156A097A6}" destId="{45BABF3F-D6BE-41A8-B663-B65F6565DF4B}" srcOrd="0" destOrd="0" presId="urn:microsoft.com/office/officeart/2011/layout/CircleProcess"/>
    <dgm:cxn modelId="{91B7119F-BF6D-4F29-8660-B0251D5D769A}" type="presParOf" srcId="{2D44B0F0-AC85-47CA-9B48-695AA27AEFEF}" destId="{92B7F28B-F4EF-47AF-BDA1-3428387C5731}" srcOrd="18" destOrd="0" presId="urn:microsoft.com/office/officeart/2011/layout/CircleProcess"/>
    <dgm:cxn modelId="{BA6341A1-283E-44E2-BD3C-DC86A2AA5DA7}" type="presParOf" srcId="{2D44B0F0-AC85-47CA-9B48-695AA27AEFEF}" destId="{EFDC1927-719E-418D-9367-9C0194768253}" srcOrd="19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53DB4A-DA9D-4C4E-90BB-DC0A660C649B}">
      <dsp:nvSpPr>
        <dsp:cNvPr id="0" name=""/>
        <dsp:cNvSpPr/>
      </dsp:nvSpPr>
      <dsp:spPr>
        <a:xfrm>
          <a:off x="8477432" y="865528"/>
          <a:ext cx="1927266" cy="192758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96141-55AD-49E3-BA95-76420FD1E732}">
      <dsp:nvSpPr>
        <dsp:cNvPr id="0" name=""/>
        <dsp:cNvSpPr/>
      </dsp:nvSpPr>
      <dsp:spPr>
        <a:xfrm>
          <a:off x="8541025" y="929792"/>
          <a:ext cx="1799055" cy="1799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Отдыхать</a:t>
          </a:r>
        </a:p>
      </dsp:txBody>
      <dsp:txXfrm>
        <a:off x="8798472" y="1186848"/>
        <a:ext cx="1285186" cy="1284941"/>
      </dsp:txXfrm>
    </dsp:sp>
    <dsp:sp modelId="{E08E9AF0-2477-4FA9-B4C2-94220DC91792}">
      <dsp:nvSpPr>
        <dsp:cNvPr id="0" name=""/>
        <dsp:cNvSpPr/>
      </dsp:nvSpPr>
      <dsp:spPr>
        <a:xfrm>
          <a:off x="8541025" y="2828625"/>
          <a:ext cx="1799055" cy="1056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1600" kern="1200" dirty="0"/>
            <a:t>Наслаждаться путешествием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1600" kern="1200" dirty="0"/>
            <a:t>Поделиться </a:t>
          </a:r>
        </a:p>
      </dsp:txBody>
      <dsp:txXfrm>
        <a:off x="8541025" y="2828625"/>
        <a:ext cx="1799055" cy="1056635"/>
      </dsp:txXfrm>
    </dsp:sp>
    <dsp:sp modelId="{CEAC29B9-BB0D-4287-BB30-97597A7C9FF3}">
      <dsp:nvSpPr>
        <dsp:cNvPr id="0" name=""/>
        <dsp:cNvSpPr/>
      </dsp:nvSpPr>
      <dsp:spPr>
        <a:xfrm rot="2700000">
          <a:off x="6484633" y="865628"/>
          <a:ext cx="1927043" cy="1927043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01EFBD-8022-45C6-8AFB-503A49FE4033}">
      <dsp:nvSpPr>
        <dsp:cNvPr id="0" name=""/>
        <dsp:cNvSpPr/>
      </dsp:nvSpPr>
      <dsp:spPr>
        <a:xfrm>
          <a:off x="6550166" y="929792"/>
          <a:ext cx="1799055" cy="1799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g-Cyrl-TJ" sz="2400" kern="1200" dirty="0"/>
            <a:t>Получит</a:t>
          </a:r>
          <a:r>
            <a:rPr lang="ru-RU" sz="2400" kern="1200" dirty="0"/>
            <a:t>ь</a:t>
          </a:r>
        </a:p>
      </dsp:txBody>
      <dsp:txXfrm>
        <a:off x="6806587" y="1186848"/>
        <a:ext cx="1285186" cy="1284941"/>
      </dsp:txXfrm>
    </dsp:sp>
    <dsp:sp modelId="{9D6BA177-14EE-4ACB-BF6B-619D8FB84518}">
      <dsp:nvSpPr>
        <dsp:cNvPr id="0" name=""/>
        <dsp:cNvSpPr/>
      </dsp:nvSpPr>
      <dsp:spPr>
        <a:xfrm>
          <a:off x="6550166" y="2828625"/>
          <a:ext cx="1799055" cy="1056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1600" kern="1200" dirty="0"/>
            <a:t>Получить Ваучер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1600" kern="1200" dirty="0"/>
            <a:t>Готовится к поездки </a:t>
          </a:r>
        </a:p>
      </dsp:txBody>
      <dsp:txXfrm>
        <a:off x="6550166" y="2828625"/>
        <a:ext cx="1799055" cy="1056635"/>
      </dsp:txXfrm>
    </dsp:sp>
    <dsp:sp modelId="{AEDD0370-768D-4D69-8BBC-28D2D92D68AD}">
      <dsp:nvSpPr>
        <dsp:cNvPr id="0" name=""/>
        <dsp:cNvSpPr/>
      </dsp:nvSpPr>
      <dsp:spPr>
        <a:xfrm rot="2700000">
          <a:off x="4493774" y="865628"/>
          <a:ext cx="1927043" cy="1927043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F533B-F822-47DD-8E10-0985A51D0DFE}">
      <dsp:nvSpPr>
        <dsp:cNvPr id="0" name=""/>
        <dsp:cNvSpPr/>
      </dsp:nvSpPr>
      <dsp:spPr>
        <a:xfrm>
          <a:off x="4558281" y="929792"/>
          <a:ext cx="1799055" cy="1799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Оплатить </a:t>
          </a:r>
        </a:p>
      </dsp:txBody>
      <dsp:txXfrm>
        <a:off x="4814703" y="1186848"/>
        <a:ext cx="1285186" cy="1284941"/>
      </dsp:txXfrm>
    </dsp:sp>
    <dsp:sp modelId="{B6AA79FF-F809-419A-AA8A-5B40BF6207E5}">
      <dsp:nvSpPr>
        <dsp:cNvPr id="0" name=""/>
        <dsp:cNvSpPr/>
      </dsp:nvSpPr>
      <dsp:spPr>
        <a:xfrm>
          <a:off x="4558281" y="2828625"/>
          <a:ext cx="1799055" cy="1056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1600" kern="1200" dirty="0"/>
            <a:t>Заполнить форму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1600" kern="1200" dirty="0"/>
            <a:t>Оплатить </a:t>
          </a:r>
        </a:p>
      </dsp:txBody>
      <dsp:txXfrm>
        <a:off x="4558281" y="2828625"/>
        <a:ext cx="1799055" cy="1056635"/>
      </dsp:txXfrm>
    </dsp:sp>
    <dsp:sp modelId="{F4A96019-D208-464F-874B-A4677AD317CB}">
      <dsp:nvSpPr>
        <dsp:cNvPr id="0" name=""/>
        <dsp:cNvSpPr/>
      </dsp:nvSpPr>
      <dsp:spPr>
        <a:xfrm rot="2700000">
          <a:off x="2501889" y="865628"/>
          <a:ext cx="1927043" cy="1927043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D5DDE-1158-4CA8-95C2-C7A1AE061145}">
      <dsp:nvSpPr>
        <dsp:cNvPr id="0" name=""/>
        <dsp:cNvSpPr/>
      </dsp:nvSpPr>
      <dsp:spPr>
        <a:xfrm>
          <a:off x="2566396" y="929792"/>
          <a:ext cx="1799055" cy="1799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 err="1"/>
            <a:t>Заброн-ировать</a:t>
          </a:r>
          <a:r>
            <a:rPr lang="ru-RU" sz="2400" kern="1200" dirty="0"/>
            <a:t> </a:t>
          </a:r>
        </a:p>
      </dsp:txBody>
      <dsp:txXfrm>
        <a:off x="2823843" y="1186848"/>
        <a:ext cx="1285186" cy="1284941"/>
      </dsp:txXfrm>
    </dsp:sp>
    <dsp:sp modelId="{7498F9F4-E84A-42CA-ABC6-28D19B4AE97B}">
      <dsp:nvSpPr>
        <dsp:cNvPr id="0" name=""/>
        <dsp:cNvSpPr/>
      </dsp:nvSpPr>
      <dsp:spPr>
        <a:xfrm>
          <a:off x="2566396" y="2828625"/>
          <a:ext cx="1799055" cy="1056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1600" kern="1200" dirty="0"/>
            <a:t>Выбрать дату и время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1600" kern="1200" dirty="0"/>
            <a:t>Кол-во туристов</a:t>
          </a:r>
        </a:p>
      </dsp:txBody>
      <dsp:txXfrm>
        <a:off x="2566396" y="2828625"/>
        <a:ext cx="1799055" cy="1056635"/>
      </dsp:txXfrm>
    </dsp:sp>
    <dsp:sp modelId="{01D1D267-D902-4B77-BC07-F5F445B0E0C9}">
      <dsp:nvSpPr>
        <dsp:cNvPr id="0" name=""/>
        <dsp:cNvSpPr/>
      </dsp:nvSpPr>
      <dsp:spPr>
        <a:xfrm rot="2700000">
          <a:off x="510004" y="865628"/>
          <a:ext cx="1927043" cy="1927043"/>
        </a:xfrm>
        <a:prstGeom prst="teardrop">
          <a:avLst>
            <a:gd name="adj" fmla="val 10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ABF3F-D6BE-41A8-B663-B65F6565DF4B}">
      <dsp:nvSpPr>
        <dsp:cNvPr id="0" name=""/>
        <dsp:cNvSpPr/>
      </dsp:nvSpPr>
      <dsp:spPr>
        <a:xfrm>
          <a:off x="574511" y="929792"/>
          <a:ext cx="1799055" cy="1799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kern="1200" dirty="0"/>
            <a:t>Найти</a:t>
          </a:r>
        </a:p>
      </dsp:txBody>
      <dsp:txXfrm>
        <a:off x="831959" y="1186848"/>
        <a:ext cx="1285186" cy="1284941"/>
      </dsp:txXfrm>
    </dsp:sp>
    <dsp:sp modelId="{92B7F28B-F4EF-47AF-BDA1-3428387C5731}">
      <dsp:nvSpPr>
        <dsp:cNvPr id="0" name=""/>
        <dsp:cNvSpPr/>
      </dsp:nvSpPr>
      <dsp:spPr>
        <a:xfrm>
          <a:off x="574511" y="2828625"/>
          <a:ext cx="1799055" cy="10566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1600" kern="1200" dirty="0"/>
            <a:t> Использовать фильтр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ru-RU" sz="1600" kern="1200" dirty="0"/>
            <a:t> Выбрать даты</a:t>
          </a:r>
        </a:p>
      </dsp:txBody>
      <dsp:txXfrm>
        <a:off x="574511" y="2828625"/>
        <a:ext cx="1799055" cy="10566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1D095-5658-470F-8B19-F72DAB3A9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0820C6-E5B8-45A6-BC10-B38AEF15E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9029A-0C55-4915-AB2F-92279F45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022B6-A4C2-4D2C-9165-96D73E23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B7E0-6BED-4A0C-AD45-43FABF9C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581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D78C-8185-41AD-93A0-BD3863E8D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A4AD0-45D8-472B-9BA5-7323C7638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4746E-ED83-4257-BA2B-8F80053D6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49C22-DA4C-4345-89D1-BB180903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C926A-2369-4A38-AF50-ABCAE5E5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4470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B94B-E4CD-462D-B01A-F93E1FC2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87E28-A9EE-4925-A5B5-17FF1DCDE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1E03D-B2A3-4964-A8F4-F33A412EC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F9CB0-3F25-46C3-BC40-B0BCDA47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E7AD8-A02F-4CC7-A5D5-7312E4CBE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55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F47D-4BE1-468A-BACF-9F4ED0A49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10B9E-DF83-4281-874D-DBA410567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215A2-8099-47C0-A878-B58E5D021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1E49F-7008-4DD7-8A1E-483411B5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29B1F-F986-41A6-9E2C-922C627E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EFD27-7393-46F4-898F-9558E477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361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E08B-6886-46C5-B799-1A7B042DF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D4041-4AC1-4990-B7EE-5D54DFF70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D08EF1-1B14-4460-8E2D-2A2BD2E98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43D70-682F-4704-8320-06CAB17C90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438EC-9916-4A6A-9365-635B7599D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7BCBAA-55EC-40B1-A1DF-A5E81A21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DF5F4A-03B2-4BEE-B763-D9422202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03E25-3A0D-4CC9-A099-D4D7817E8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8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181FF-94A8-42BC-89B9-1E55452F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7B2D5-1C4F-47EA-8052-CE18D0FA7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A4F6B-0269-46F9-9221-9F144A970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F6AE67-0BF6-4A68-8B2F-73AEF9923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96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F3C5C-16AC-473C-9969-F94C1A01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0C6BD-E25F-459D-BB5A-477BEE17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D18D-D57C-4A20-BEAE-3152BF17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84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A8C3-D8A7-4D75-9C4B-D36713B9E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86085-5D46-41D0-816E-16C7F3B08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DF83D-3F10-41FC-A250-A94B295D6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2F76B-AEB8-4DB7-AA06-EBAFF357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8421F-096B-4D01-97A0-91C8DF4D5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D6614-C82E-4E84-A8DB-8EBD070EE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8871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1CAF-AE24-43C2-825C-A15783AFF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D8079-9C93-4070-994F-D0BC4F7D0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EA3D1-9A23-4C52-AF1B-68042C625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CB12F-B66C-4A05-AD5F-EBCE5262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5ED3E-0533-4122-AE31-C38C54C7D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2E003-FCAC-4477-B8EE-E124CA056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3280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8B15-33A9-4C3D-9AFA-083DEE43E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DD638-E630-4FFA-AF3D-2F129115F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A652A-2B72-4F0C-B956-480538C26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87387-4F4B-469A-B0B0-4E6568BC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B8D9D-49BE-497C-A50F-28C82D55D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251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3C6452-E3B4-4C72-9AE8-CABD9E225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60CC38-CF21-4B1F-B866-1B2479882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F1BE5-D61E-4F5E-9207-9885038E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A82F8-7F62-4D77-9290-E3378FF4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83C0C-F52A-45C1-BEE4-C89B8DC7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665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EBD1D4-DBF0-4C23-8F85-F0F93E22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C7810-83FB-4A71-B4FB-56EA151E4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3C38B-604D-4488-81FF-C8C3A7345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61FD9-148E-46B9-9785-121C982A239F}" type="datetimeFigureOut">
              <a:rPr lang="ru-RU" smtClean="0"/>
              <a:t>25.04.2026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46662-CFD0-4AE3-8C32-6E178619C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86A16-66D5-4B8D-BC16-D84C94739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23171-C09E-4472-8A0A-704645CE373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86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D271-8FF4-48DE-B2F7-3B2441361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0784" y="1122363"/>
            <a:ext cx="7907215" cy="147335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КАК БРОНИРОВАТЬ ТУРЫ?</a:t>
            </a:r>
            <a:endParaRPr lang="ru-RU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2F4CB-B957-4D92-943F-0F1F2298D7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2137" y="3054402"/>
            <a:ext cx="7625861" cy="925717"/>
          </a:xfrm>
        </p:spPr>
        <p:txBody>
          <a:bodyPr/>
          <a:lstStyle/>
          <a:p>
            <a:r>
              <a:rPr lang="ru-RU" dirty="0"/>
              <a:t>Подробное руководство по бронированию туров и других услуг сайта на разделе «Туристам»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DCB6C27-D59F-4EC7-B1D3-7C3114298AAB}"/>
              </a:ext>
            </a:extLst>
          </p:cNvPr>
          <p:cNvSpPr txBox="1">
            <a:spLocks/>
          </p:cNvSpPr>
          <p:nvPr/>
        </p:nvSpPr>
        <p:spPr>
          <a:xfrm>
            <a:off x="3042136" y="4619830"/>
            <a:ext cx="7625861" cy="925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>
                <a:solidFill>
                  <a:srgbClr val="FF0000"/>
                </a:solidFill>
              </a:rPr>
              <a:t>Внимание</a:t>
            </a:r>
            <a:r>
              <a:rPr lang="ru-RU" i="1" dirty="0"/>
              <a:t>: вы можете забронировать туры, используя карты </a:t>
            </a:r>
            <a:r>
              <a:rPr lang="ru-RU" i="1" dirty="0" err="1"/>
              <a:t>Visa</a:t>
            </a:r>
            <a:r>
              <a:rPr lang="ru-RU" i="1" dirty="0"/>
              <a:t> или </a:t>
            </a:r>
            <a:r>
              <a:rPr lang="ru-RU" i="1" dirty="0" err="1"/>
              <a:t>Mastercard</a:t>
            </a:r>
            <a:r>
              <a:rPr lang="ru-RU" i="1" dirty="0"/>
              <a:t>, оплатив 10% или 25% от стоимости тура авансом, а остальную сумму — в первый день тура.</a:t>
            </a:r>
          </a:p>
        </p:txBody>
      </p:sp>
      <p:pic>
        <p:nvPicPr>
          <p:cNvPr id="1026" name="Picture 2" descr="https://avatars.mds.yandex.net/i?id=8e43d2177dc4889651080a78c495227543bdbb26-10100796-images-thumbs&amp;n=13">
            <a:extLst>
              <a:ext uri="{FF2B5EF4-FFF2-40B4-BE49-F238E27FC236}">
                <a16:creationId xmlns:a16="http://schemas.microsoft.com/office/drawing/2014/main" id="{1FC989A6-698D-4054-B1E4-E5416F155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8345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7827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55C9E-52CF-444A-B1AF-362D1AE0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 БРОНИРОВАТЬ ТУРЫ?</a:t>
            </a:r>
            <a:endParaRPr lang="ru-RU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CDC2FB-3F79-4DC5-A066-FFFEEB088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1494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2438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C360-173E-4D9A-A7AA-2A89089D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3396" y="365125"/>
            <a:ext cx="8350403" cy="1325563"/>
          </a:xfrm>
        </p:spPr>
        <p:txBody>
          <a:bodyPr/>
          <a:lstStyle/>
          <a:p>
            <a:r>
              <a:rPr lang="ru-RU" b="1" dirty="0"/>
              <a:t>НАЙТИ ПОДХОДЯЩИЙ ТУР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C8922-713E-4C09-A0DC-0321FD95DB40}"/>
              </a:ext>
            </a:extLst>
          </p:cNvPr>
          <p:cNvSpPr txBox="1"/>
          <p:nvPr/>
        </p:nvSpPr>
        <p:spPr>
          <a:xfrm>
            <a:off x="3003396" y="1690688"/>
            <a:ext cx="8110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i="1" dirty="0"/>
              <a:t>Воспользуйтесь фильтром. Необходимо </a:t>
            </a:r>
            <a:r>
              <a:rPr lang="ru-RU" sz="2000" b="1" i="1" dirty="0"/>
              <a:t>выбрать хотя бы один показатель</a:t>
            </a:r>
            <a:r>
              <a:rPr lang="ru-RU" sz="2000" i="1" dirty="0"/>
              <a:t>, однако вы можете: 1) ввести название маршрута, 2) выбрать страну, 3) город, 4) тип, 5) категорию тура и 6) доступные даты; затем нажмите «Поиск».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8F8222C-F8F9-428A-9807-34AE7EDBD88F}"/>
              </a:ext>
            </a:extLst>
          </p:cNvPr>
          <p:cNvGrpSpPr/>
          <p:nvPr/>
        </p:nvGrpSpPr>
        <p:grpSpPr>
          <a:xfrm>
            <a:off x="419801" y="365125"/>
            <a:ext cx="1927043" cy="1927043"/>
            <a:chOff x="5132478" y="2465478"/>
            <a:chExt cx="1927043" cy="1927043"/>
          </a:xfrm>
        </p:grpSpPr>
        <p:sp>
          <p:nvSpPr>
            <p:cNvPr id="12" name="Teardrop 11">
              <a:extLst>
                <a:ext uri="{FF2B5EF4-FFF2-40B4-BE49-F238E27FC236}">
                  <a16:creationId xmlns:a16="http://schemas.microsoft.com/office/drawing/2014/main" id="{E5B8EE1F-E873-4E35-91BF-31F166BF0D48}"/>
                </a:ext>
              </a:extLst>
            </p:cNvPr>
            <p:cNvSpPr/>
            <p:nvPr/>
          </p:nvSpPr>
          <p:spPr>
            <a:xfrm rot="2700000">
              <a:off x="5132478" y="2465478"/>
              <a:ext cx="1927043" cy="1927043"/>
            </a:xfrm>
            <a:prstGeom prst="teardrop">
              <a:avLst>
                <a:gd name="adj" fmla="val 10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hueOff val="0"/>
                <a:satOff val="0"/>
                <a:lumOff val="0"/>
                <a:alphaOff val="0"/>
              </a:schemeClr>
            </a:fillRef>
            <a:effectRef idx="0">
              <a:schemeClr val="accent6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A10CE2D-0A2F-44CE-A672-BAA3B9D8125E}"/>
                </a:ext>
              </a:extLst>
            </p:cNvPr>
            <p:cNvGrpSpPr/>
            <p:nvPr/>
          </p:nvGrpSpPr>
          <p:grpSpPr>
            <a:xfrm>
              <a:off x="5196985" y="2529642"/>
              <a:ext cx="1799055" cy="1799053"/>
              <a:chOff x="574511" y="929792"/>
              <a:chExt cx="1799055" cy="1799053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E3284E3-E1D8-4978-B238-0D06B58D5187}"/>
                  </a:ext>
                </a:extLst>
              </p:cNvPr>
              <p:cNvSpPr/>
              <p:nvPr/>
            </p:nvSpPr>
            <p:spPr>
              <a:xfrm>
                <a:off x="574511" y="929792"/>
                <a:ext cx="1799055" cy="1799053"/>
              </a:xfrm>
              <a:prstGeom prst="ellipse">
                <a:avLst/>
              </a:prstGeom>
            </p:spPr>
            <p:style>
              <a:lnRef idx="2">
                <a:schemeClr val="accent6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5" name="Oval 5">
                <a:extLst>
                  <a:ext uri="{FF2B5EF4-FFF2-40B4-BE49-F238E27FC236}">
                    <a16:creationId xmlns:a16="http://schemas.microsoft.com/office/drawing/2014/main" id="{4BD10CED-79FE-4F6F-9160-377E24C22650}"/>
                  </a:ext>
                </a:extLst>
              </p:cNvPr>
              <p:cNvSpPr txBox="1"/>
              <p:nvPr/>
            </p:nvSpPr>
            <p:spPr>
              <a:xfrm>
                <a:off x="831959" y="1186848"/>
                <a:ext cx="1285186" cy="128494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0480" tIns="30480" rIns="30480" bIns="3048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400" kern="1200" dirty="0"/>
                  <a:t>Найти</a:t>
                </a:r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BCC5C14-5026-4974-A42F-2AB4D6E3A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728" y="3145448"/>
            <a:ext cx="87915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415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C360-173E-4D9A-A7AA-2A89089D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698" y="365126"/>
            <a:ext cx="8302229" cy="1270244"/>
          </a:xfrm>
        </p:spPr>
        <p:txBody>
          <a:bodyPr/>
          <a:lstStyle/>
          <a:p>
            <a:r>
              <a:rPr lang="ru-RU" b="1" dirty="0"/>
              <a:t>ЗАБРОНИРОВАТЬ ТУР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C8922-713E-4C09-A0DC-0321FD95DB40}"/>
              </a:ext>
            </a:extLst>
          </p:cNvPr>
          <p:cNvSpPr txBox="1"/>
          <p:nvPr/>
        </p:nvSpPr>
        <p:spPr>
          <a:xfrm>
            <a:off x="2982699" y="1690688"/>
            <a:ext cx="81131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i="1" dirty="0"/>
              <a:t>Процесс бронирования состоит из двух этапов.</a:t>
            </a:r>
          </a:p>
          <a:p>
            <a:pPr algn="just"/>
            <a:r>
              <a:rPr lang="ru-RU" sz="2000" i="1" dirty="0"/>
              <a:t>Этап 1 включает три шага: 1) выбрать даты тура и 2) времени начала; 3) указать количества туристов; и затем нажат на кнопку «Забронировать сейчас».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1F67D2F-5C72-4930-A5FF-724939424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698" y="3122868"/>
            <a:ext cx="6540471" cy="3370006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F769B93-AEAB-4414-800A-296EC141CFC4}"/>
              </a:ext>
            </a:extLst>
          </p:cNvPr>
          <p:cNvGrpSpPr/>
          <p:nvPr/>
        </p:nvGrpSpPr>
        <p:grpSpPr>
          <a:xfrm>
            <a:off x="399104" y="302722"/>
            <a:ext cx="1927043" cy="1927043"/>
            <a:chOff x="399104" y="302722"/>
            <a:chExt cx="1927043" cy="1927043"/>
          </a:xfrm>
        </p:grpSpPr>
        <p:sp>
          <p:nvSpPr>
            <p:cNvPr id="18" name="Teardrop 17">
              <a:extLst>
                <a:ext uri="{FF2B5EF4-FFF2-40B4-BE49-F238E27FC236}">
                  <a16:creationId xmlns:a16="http://schemas.microsoft.com/office/drawing/2014/main" id="{6D93C4BD-F7A3-4511-A2B4-969E7332D0CB}"/>
                </a:ext>
              </a:extLst>
            </p:cNvPr>
            <p:cNvSpPr/>
            <p:nvPr/>
          </p:nvSpPr>
          <p:spPr>
            <a:xfrm rot="2700000">
              <a:off x="399104" y="302722"/>
              <a:ext cx="1927043" cy="1927043"/>
            </a:xfrm>
            <a:prstGeom prst="teardrop">
              <a:avLst>
                <a:gd name="adj" fmla="val 10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E202A91-B6EE-4F89-8F00-7DFE004560BF}"/>
                </a:ext>
              </a:extLst>
            </p:cNvPr>
            <p:cNvGrpSpPr/>
            <p:nvPr/>
          </p:nvGrpSpPr>
          <p:grpSpPr>
            <a:xfrm>
              <a:off x="463611" y="366886"/>
              <a:ext cx="1799055" cy="1799053"/>
              <a:chOff x="2566396" y="929792"/>
              <a:chExt cx="1799055" cy="1799053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0AE50F2-FA4D-4764-A2D3-78060C8F1E37}"/>
                  </a:ext>
                </a:extLst>
              </p:cNvPr>
              <p:cNvSpPr/>
              <p:nvPr/>
            </p:nvSpPr>
            <p:spPr>
              <a:xfrm>
                <a:off x="2566396" y="929792"/>
                <a:ext cx="1799055" cy="1799053"/>
              </a:xfrm>
              <a:prstGeom prst="ellipse">
                <a:avLst/>
              </a:prstGeom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2" name="Oval 5">
                <a:extLst>
                  <a:ext uri="{FF2B5EF4-FFF2-40B4-BE49-F238E27FC236}">
                    <a16:creationId xmlns:a16="http://schemas.microsoft.com/office/drawing/2014/main" id="{DE9997CB-57E3-40D8-B69D-C531EDECDFA7}"/>
                  </a:ext>
                </a:extLst>
              </p:cNvPr>
              <p:cNvSpPr txBox="1"/>
              <p:nvPr/>
            </p:nvSpPr>
            <p:spPr>
              <a:xfrm>
                <a:off x="2823843" y="1186848"/>
                <a:ext cx="1285186" cy="128494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0480" tIns="30480" rIns="30480" bIns="3048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400" kern="1200" dirty="0" err="1"/>
                  <a:t>Заброн-ировать</a:t>
                </a:r>
                <a:r>
                  <a:rPr lang="ru-RU" sz="2400" kern="1200" dirty="0"/>
                  <a:t>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373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C360-173E-4D9A-A7AA-2A89089D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8862" y="365125"/>
            <a:ext cx="8164937" cy="1325563"/>
          </a:xfrm>
        </p:spPr>
        <p:txBody>
          <a:bodyPr/>
          <a:lstStyle/>
          <a:p>
            <a:r>
              <a:rPr lang="ru-RU" b="1" dirty="0"/>
              <a:t>ЗАБРОНИРОВАТЬ ТУР</a:t>
            </a:r>
          </a:p>
        </p:txBody>
      </p:sp>
      <p:pic>
        <p:nvPicPr>
          <p:cNvPr id="7" name="Content Placeholder 6" descr="1">
            <a:extLst>
              <a:ext uri="{FF2B5EF4-FFF2-40B4-BE49-F238E27FC236}">
                <a16:creationId xmlns:a16="http://schemas.microsoft.com/office/drawing/2014/main" id="{15C9BA70-A61D-4CD5-A239-792FCBF5D8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68156" y="2302044"/>
            <a:ext cx="3705387" cy="433126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79DBF0E-E483-4EC5-AF72-6614AE9B46B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72453" y="3827880"/>
            <a:ext cx="6296418" cy="26649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9C8922-713E-4C09-A0DC-0321FD95DB40}"/>
              </a:ext>
            </a:extLst>
          </p:cNvPr>
          <p:cNvSpPr txBox="1"/>
          <p:nvPr/>
        </p:nvSpPr>
        <p:spPr>
          <a:xfrm>
            <a:off x="5240215" y="1690688"/>
            <a:ext cx="61135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i="1" dirty="0"/>
              <a:t>Этап 2 также включает три шага: </a:t>
            </a:r>
          </a:p>
          <a:p>
            <a:pPr algn="just"/>
            <a:r>
              <a:rPr lang="ru-RU" sz="2000" i="1" dirty="0"/>
              <a:t>1) заполнить форму; 2) ознакомиться с «Офертой-договором» и поставить галочку; 3) ознакомиться с «Правилами оплаты и возврата» и поставить галочку; затем нажать на кнопку «Подтвердить и перейти к оплате».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46898C2-0E5B-426A-801A-26FAE843F38B}"/>
              </a:ext>
            </a:extLst>
          </p:cNvPr>
          <p:cNvGrpSpPr/>
          <p:nvPr/>
        </p:nvGrpSpPr>
        <p:grpSpPr>
          <a:xfrm>
            <a:off x="399104" y="302722"/>
            <a:ext cx="1927043" cy="1927043"/>
            <a:chOff x="399104" y="302722"/>
            <a:chExt cx="1927043" cy="1927043"/>
          </a:xfrm>
        </p:grpSpPr>
        <p:sp>
          <p:nvSpPr>
            <p:cNvPr id="14" name="Teardrop 13">
              <a:extLst>
                <a:ext uri="{FF2B5EF4-FFF2-40B4-BE49-F238E27FC236}">
                  <a16:creationId xmlns:a16="http://schemas.microsoft.com/office/drawing/2014/main" id="{E55545CB-73C6-40C4-9709-9CD2BFD9EAEA}"/>
                </a:ext>
              </a:extLst>
            </p:cNvPr>
            <p:cNvSpPr/>
            <p:nvPr/>
          </p:nvSpPr>
          <p:spPr>
            <a:xfrm rot="2700000">
              <a:off x="399104" y="302722"/>
              <a:ext cx="1927043" cy="1927043"/>
            </a:xfrm>
            <a:prstGeom prst="teardrop">
              <a:avLst>
                <a:gd name="adj" fmla="val 10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E2B232D-B422-47D7-8195-D35614506C8B}"/>
                </a:ext>
              </a:extLst>
            </p:cNvPr>
            <p:cNvGrpSpPr/>
            <p:nvPr/>
          </p:nvGrpSpPr>
          <p:grpSpPr>
            <a:xfrm>
              <a:off x="463611" y="366886"/>
              <a:ext cx="1799055" cy="1799053"/>
              <a:chOff x="2566396" y="929792"/>
              <a:chExt cx="1799055" cy="1799053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97D9B62-C669-4404-889B-C65DAED88F2A}"/>
                  </a:ext>
                </a:extLst>
              </p:cNvPr>
              <p:cNvSpPr/>
              <p:nvPr/>
            </p:nvSpPr>
            <p:spPr>
              <a:xfrm>
                <a:off x="2566396" y="929792"/>
                <a:ext cx="1799055" cy="1799053"/>
              </a:xfrm>
              <a:prstGeom prst="ellipse">
                <a:avLst/>
              </a:prstGeom>
            </p:spPr>
            <p:style>
              <a:lnRef idx="2">
                <a:schemeClr val="accent5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Oval 5">
                <a:extLst>
                  <a:ext uri="{FF2B5EF4-FFF2-40B4-BE49-F238E27FC236}">
                    <a16:creationId xmlns:a16="http://schemas.microsoft.com/office/drawing/2014/main" id="{CA34C49A-0AE4-457C-8852-FB9341DC33A5}"/>
                  </a:ext>
                </a:extLst>
              </p:cNvPr>
              <p:cNvSpPr txBox="1"/>
              <p:nvPr/>
            </p:nvSpPr>
            <p:spPr>
              <a:xfrm>
                <a:off x="2823843" y="1186848"/>
                <a:ext cx="1285186" cy="128494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0480" tIns="30480" rIns="30480" bIns="3048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400" kern="1200" dirty="0" err="1"/>
                  <a:t>Заброн-ировать</a:t>
                </a:r>
                <a:r>
                  <a:rPr lang="ru-RU" sz="2400" kern="1200" dirty="0"/>
                  <a:t>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036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C360-173E-4D9A-A7AA-2A89089D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4786" y="365125"/>
            <a:ext cx="8369013" cy="1325563"/>
          </a:xfrm>
        </p:spPr>
        <p:txBody>
          <a:bodyPr/>
          <a:lstStyle/>
          <a:p>
            <a:r>
              <a:rPr lang="ru-RU" b="1" dirty="0"/>
              <a:t>ОПЛАТИТЬ ТУР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9C8922-713E-4C09-A0DC-0321FD95DB40}"/>
              </a:ext>
            </a:extLst>
          </p:cNvPr>
          <p:cNvSpPr txBox="1"/>
          <p:nvPr/>
        </p:nvSpPr>
        <p:spPr>
          <a:xfrm>
            <a:off x="2984786" y="1690688"/>
            <a:ext cx="83690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i="1" dirty="0"/>
              <a:t>Для выбора способа оплаты необходимо выполнить два шага: </a:t>
            </a:r>
          </a:p>
          <a:p>
            <a:pPr marL="457200" indent="-457200" algn="just">
              <a:buAutoNum type="arabicParenR"/>
            </a:pPr>
            <a:r>
              <a:rPr lang="ru-RU" sz="2000" i="1" dirty="0"/>
              <a:t>выбрать условия оплаты «Полная оплата» или «Депозит» (однако депозит возможен, если срок бронирования составляет не менее 30 дней); </a:t>
            </a:r>
          </a:p>
          <a:p>
            <a:pPr marL="457200" indent="-457200" algn="just">
              <a:buAutoNum type="arabicParenR"/>
            </a:pPr>
            <a:r>
              <a:rPr lang="ru-RU" sz="2000" i="1" dirty="0"/>
              <a:t>выбрать способ оплаты, а затем нажать на кнопку «Оплатить».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DF446D9-3E33-4AC6-BF06-AB6041A2D8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1" y="3699804"/>
            <a:ext cx="5181600" cy="2510878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B2ECD3D-E429-4E0D-9305-9FC6B3A9D40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1" y="3714578"/>
            <a:ext cx="5181600" cy="248132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343BFDE-DE6E-465C-AB39-56D01C36DE7B}"/>
              </a:ext>
            </a:extLst>
          </p:cNvPr>
          <p:cNvGrpSpPr/>
          <p:nvPr/>
        </p:nvGrpSpPr>
        <p:grpSpPr>
          <a:xfrm>
            <a:off x="402217" y="365125"/>
            <a:ext cx="1927043" cy="1927043"/>
            <a:chOff x="5132478" y="2465478"/>
            <a:chExt cx="1927043" cy="1927043"/>
          </a:xfrm>
        </p:grpSpPr>
        <p:sp>
          <p:nvSpPr>
            <p:cNvPr id="13" name="Teardrop 12">
              <a:extLst>
                <a:ext uri="{FF2B5EF4-FFF2-40B4-BE49-F238E27FC236}">
                  <a16:creationId xmlns:a16="http://schemas.microsoft.com/office/drawing/2014/main" id="{6B6EAB0B-3F19-48CB-9CBB-A4D9D9C5C951}"/>
                </a:ext>
              </a:extLst>
            </p:cNvPr>
            <p:cNvSpPr/>
            <p:nvPr/>
          </p:nvSpPr>
          <p:spPr>
            <a:xfrm rot="2700000">
              <a:off x="5132478" y="2465478"/>
              <a:ext cx="1927043" cy="1927043"/>
            </a:xfrm>
            <a:prstGeom prst="teardrop">
              <a:avLst>
                <a:gd name="adj" fmla="val 10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110F968-C5E8-4815-BB94-233C78A6CC13}"/>
                </a:ext>
              </a:extLst>
            </p:cNvPr>
            <p:cNvGrpSpPr/>
            <p:nvPr/>
          </p:nvGrpSpPr>
          <p:grpSpPr>
            <a:xfrm>
              <a:off x="5196985" y="2529642"/>
              <a:ext cx="1799055" cy="1799053"/>
              <a:chOff x="4558281" y="929792"/>
              <a:chExt cx="1799055" cy="1799053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36B8276-61A4-476A-9D11-1F4E52C41723}"/>
                  </a:ext>
                </a:extLst>
              </p:cNvPr>
              <p:cNvSpPr/>
              <p:nvPr/>
            </p:nvSpPr>
            <p:spPr>
              <a:xfrm>
                <a:off x="4558281" y="929792"/>
                <a:ext cx="1799055" cy="1799053"/>
              </a:xfrm>
              <a:prstGeom prst="ellipse">
                <a:avLst/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178E0036-8857-4580-B1AA-24CE580A472D}"/>
                  </a:ext>
                </a:extLst>
              </p:cNvPr>
              <p:cNvSpPr txBox="1"/>
              <p:nvPr/>
            </p:nvSpPr>
            <p:spPr>
              <a:xfrm>
                <a:off x="4814703" y="1186848"/>
                <a:ext cx="1285186" cy="128494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0480" tIns="30480" rIns="30480" bIns="3048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ru-RU" sz="2400" kern="1200" dirty="0"/>
                  <a:t>Оплатить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9848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9978D1-8D08-4611-825A-C5CDE236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200" y="365125"/>
            <a:ext cx="8386599" cy="1325563"/>
          </a:xfrm>
        </p:spPr>
        <p:txBody>
          <a:bodyPr/>
          <a:lstStyle/>
          <a:p>
            <a:r>
              <a:rPr lang="ru-RU" b="1" dirty="0"/>
              <a:t>ПОЛУЧИТЬ ТУР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407D907-1561-46D5-B305-2D861566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691271"/>
            <a:ext cx="5181600" cy="3485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i="1" dirty="0"/>
              <a:t>После оплаты вы сразу получите подтверждение (Ваучер) забронированного тура по электронной почте, которое необходимо иметь при себе (рекомендуется иметь распечатанную версию).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530470C-96AE-453D-BC65-AD81C3E545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320" y="1825625"/>
            <a:ext cx="5109360" cy="435133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B120130-95B2-4D32-A87B-1C9128B6E1E3}"/>
              </a:ext>
            </a:extLst>
          </p:cNvPr>
          <p:cNvGrpSpPr/>
          <p:nvPr/>
        </p:nvGrpSpPr>
        <p:grpSpPr>
          <a:xfrm>
            <a:off x="384633" y="365125"/>
            <a:ext cx="1927043" cy="1927043"/>
            <a:chOff x="5132479" y="2465478"/>
            <a:chExt cx="1927043" cy="1927043"/>
          </a:xfrm>
        </p:grpSpPr>
        <p:sp>
          <p:nvSpPr>
            <p:cNvPr id="7" name="Teardrop 6">
              <a:extLst>
                <a:ext uri="{FF2B5EF4-FFF2-40B4-BE49-F238E27FC236}">
                  <a16:creationId xmlns:a16="http://schemas.microsoft.com/office/drawing/2014/main" id="{129A1C90-13AF-4BF8-94F5-24E61573E406}"/>
                </a:ext>
              </a:extLst>
            </p:cNvPr>
            <p:cNvSpPr/>
            <p:nvPr/>
          </p:nvSpPr>
          <p:spPr>
            <a:xfrm rot="2700000">
              <a:off x="5132479" y="2465478"/>
              <a:ext cx="1927043" cy="1927043"/>
            </a:xfrm>
            <a:prstGeom prst="teardrop">
              <a:avLst>
                <a:gd name="adj" fmla="val 10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7957008-3575-49FD-9340-C1E043C789D3}"/>
                </a:ext>
              </a:extLst>
            </p:cNvPr>
            <p:cNvGrpSpPr/>
            <p:nvPr/>
          </p:nvGrpSpPr>
          <p:grpSpPr>
            <a:xfrm>
              <a:off x="5198012" y="2529642"/>
              <a:ext cx="1799055" cy="1799053"/>
              <a:chOff x="6550166" y="929792"/>
              <a:chExt cx="1799055" cy="1799053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D69E5F0-8FA6-498E-868C-2145211071F0}"/>
                  </a:ext>
                </a:extLst>
              </p:cNvPr>
              <p:cNvSpPr/>
              <p:nvPr/>
            </p:nvSpPr>
            <p:spPr>
              <a:xfrm>
                <a:off x="6550166" y="929792"/>
                <a:ext cx="1799055" cy="1799053"/>
              </a:xfrm>
              <a:prstGeom prst="ellipse">
                <a:avLst/>
              </a:prstGeom>
            </p:spPr>
            <p:style>
              <a:lnRef idx="2">
                <a:schemeClr val="accent3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0" name="Oval 5">
                <a:extLst>
                  <a:ext uri="{FF2B5EF4-FFF2-40B4-BE49-F238E27FC236}">
                    <a16:creationId xmlns:a16="http://schemas.microsoft.com/office/drawing/2014/main" id="{DC66C6A3-D749-4B58-8EC0-9DE0CB06C132}"/>
                  </a:ext>
                </a:extLst>
              </p:cNvPr>
              <p:cNvSpPr txBox="1"/>
              <p:nvPr/>
            </p:nvSpPr>
            <p:spPr>
              <a:xfrm>
                <a:off x="6806587" y="1186848"/>
                <a:ext cx="1285186" cy="128494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0480" tIns="30480" rIns="30480" bIns="3048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tg-Cyrl-TJ" sz="2400" kern="1200" dirty="0"/>
                  <a:t>Получит</a:t>
                </a:r>
                <a:r>
                  <a:rPr lang="ru-RU" sz="2400" kern="1200" dirty="0"/>
                  <a:t>ь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9480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A0B7-09B2-4849-98F9-791D0CBD0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4854" y="365125"/>
            <a:ext cx="8868945" cy="1325563"/>
          </a:xfrm>
        </p:spPr>
        <p:txBody>
          <a:bodyPr/>
          <a:lstStyle/>
          <a:p>
            <a:r>
              <a:rPr lang="ru-RU" b="1" dirty="0"/>
              <a:t>ВРЕМЯ НАСЛАЖДЕНИЯ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C12FB-31A5-4678-8878-FBE7E05BE2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421233"/>
            <a:ext cx="5181600" cy="375572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Приятного путешествия!</a:t>
            </a:r>
          </a:p>
          <a:p>
            <a:pPr marL="0" indent="0">
              <a:buNone/>
            </a:pPr>
            <a:r>
              <a:rPr lang="ru-RU" dirty="0"/>
              <a:t>Вас встретят на границе, в аэропорту или в отелях с этим знаком (логотипом).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24C1043-0BDD-4467-9EEF-0AFFE9B76C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169714"/>
            <a:ext cx="5181600" cy="3663160"/>
          </a:xfr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D05E02C-DF98-43C1-A38E-D217C62C41B1}"/>
              </a:ext>
            </a:extLst>
          </p:cNvPr>
          <p:cNvGrpSpPr/>
          <p:nvPr/>
        </p:nvGrpSpPr>
        <p:grpSpPr>
          <a:xfrm>
            <a:off x="428353" y="365125"/>
            <a:ext cx="1799055" cy="1799053"/>
            <a:chOff x="3772905" y="-1234556"/>
            <a:chExt cx="1799055" cy="179905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D49718A-2EE4-4513-9358-B536D9003D26}"/>
                </a:ext>
              </a:extLst>
            </p:cNvPr>
            <p:cNvSpPr/>
            <p:nvPr/>
          </p:nvSpPr>
          <p:spPr>
            <a:xfrm>
              <a:off x="3772905" y="-1234556"/>
              <a:ext cx="1799055" cy="1799053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ru-RU" dirty="0"/>
            </a:p>
          </p:txBody>
        </p:sp>
        <p:sp>
          <p:nvSpPr>
            <p:cNvPr id="10" name="Oval 4">
              <a:extLst>
                <a:ext uri="{FF2B5EF4-FFF2-40B4-BE49-F238E27FC236}">
                  <a16:creationId xmlns:a16="http://schemas.microsoft.com/office/drawing/2014/main" id="{5DD14CA4-CE26-48BC-BBD9-8A5585BD9FDB}"/>
                </a:ext>
              </a:extLst>
            </p:cNvPr>
            <p:cNvSpPr txBox="1"/>
            <p:nvPr/>
          </p:nvSpPr>
          <p:spPr>
            <a:xfrm>
              <a:off x="4030352" y="-977500"/>
              <a:ext cx="1285186" cy="12849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400" kern="1200" dirty="0"/>
                <a:t>Отдыхать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9267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330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КАК БРОНИРОВАТЬ ТУРЫ?</vt:lpstr>
      <vt:lpstr>КАК БРОНИРОВАТЬ ТУРЫ?</vt:lpstr>
      <vt:lpstr>НАЙТИ ПОДХОДЯЩИЙ ТУР</vt:lpstr>
      <vt:lpstr>ЗАБРОНИРОВАТЬ ТУР</vt:lpstr>
      <vt:lpstr>ЗАБРОНИРОВАТЬ ТУР</vt:lpstr>
      <vt:lpstr>ОПЛАТИТЬ ТУР</vt:lpstr>
      <vt:lpstr>ПОЛУЧИТЬ ТУР</vt:lpstr>
      <vt:lpstr>ВРЕМЯ НАСЛАЖДЕНИЯ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бронировать туры?</dc:title>
  <dc:creator>Қиёмиддин Миралиён</dc:creator>
  <cp:lastModifiedBy>Қиёмиддин Миралиён</cp:lastModifiedBy>
  <cp:revision>15</cp:revision>
  <dcterms:created xsi:type="dcterms:W3CDTF">2026-04-25T03:49:36Z</dcterms:created>
  <dcterms:modified xsi:type="dcterms:W3CDTF">2026-04-25T12:23:38Z</dcterms:modified>
</cp:coreProperties>
</file>